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23"/>
  </p:notesMasterIdLst>
  <p:sldIdLst>
    <p:sldId id="295" r:id="rId2"/>
    <p:sldId id="257" r:id="rId3"/>
    <p:sldId id="279" r:id="rId4"/>
    <p:sldId id="287" r:id="rId5"/>
    <p:sldId id="267" r:id="rId6"/>
    <p:sldId id="302" r:id="rId7"/>
    <p:sldId id="303" r:id="rId8"/>
    <p:sldId id="298" r:id="rId9"/>
    <p:sldId id="304" r:id="rId10"/>
    <p:sldId id="292" r:id="rId11"/>
    <p:sldId id="305" r:id="rId12"/>
    <p:sldId id="269" r:id="rId13"/>
    <p:sldId id="306" r:id="rId14"/>
    <p:sldId id="308" r:id="rId15"/>
    <p:sldId id="299" r:id="rId16"/>
    <p:sldId id="307" r:id="rId17"/>
    <p:sldId id="297" r:id="rId18"/>
    <p:sldId id="276" r:id="rId19"/>
    <p:sldId id="278" r:id="rId20"/>
    <p:sldId id="309" r:id="rId21"/>
    <p:sldId id="310" r:id="rId22"/>
  </p:sldIdLst>
  <p:sldSz cx="12192000" cy="6858000"/>
  <p:notesSz cx="6797675" cy="98742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5412D5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94337" autoAdjust="0"/>
  </p:normalViewPr>
  <p:slideViewPr>
    <p:cSldViewPr snapToGrid="0">
      <p:cViewPr varScale="1">
        <p:scale>
          <a:sx n="81" d="100"/>
          <a:sy n="81" d="100"/>
        </p:scale>
        <p:origin x="6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5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B6D0F-8444-6648-95BB-C991FFD6E81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0DFF4-30A0-6641-A1D6-4AD7A6878D0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862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9510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595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685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008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874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675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694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58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04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980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0DFF4-30A0-6641-A1D6-4AD7A6878D0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280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/>
          <p:cNvSpPr/>
          <p:nvPr userDrawn="1"/>
        </p:nvSpPr>
        <p:spPr>
          <a:xfrm rot="10800000">
            <a:off x="764341" y="2162220"/>
            <a:ext cx="9773029" cy="329873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-1" fmla="*/ 0 w 902120"/>
              <a:gd name="connsiteY0-2" fmla="*/ 321495 h 678683"/>
              <a:gd name="connsiteX1-3" fmla="*/ 0 w 902120"/>
              <a:gd name="connsiteY1-4" fmla="*/ 614389 h 678683"/>
              <a:gd name="connsiteX2-5" fmla="*/ 54769 w 902120"/>
              <a:gd name="connsiteY2-6" fmla="*/ 678683 h 678683"/>
              <a:gd name="connsiteX3-7" fmla="*/ 840582 w 902120"/>
              <a:gd name="connsiteY3-8" fmla="*/ 678683 h 678683"/>
              <a:gd name="connsiteX4-9" fmla="*/ 897732 w 902120"/>
              <a:gd name="connsiteY4-10" fmla="*/ 621533 h 678683"/>
              <a:gd name="connsiteX5-11" fmla="*/ 897732 w 902120"/>
              <a:gd name="connsiteY5-12" fmla="*/ 59558 h 678683"/>
              <a:gd name="connsiteX6-13" fmla="*/ 828675 w 902120"/>
              <a:gd name="connsiteY6-14" fmla="*/ 7170 h 678683"/>
              <a:gd name="connsiteX7-15" fmla="*/ 45244 w 902120"/>
              <a:gd name="connsiteY7-16" fmla="*/ 269108 h 678683"/>
              <a:gd name="connsiteX8-17" fmla="*/ 0 w 902120"/>
              <a:gd name="connsiteY8-18" fmla="*/ 321495 h 678683"/>
              <a:gd name="connsiteX0-19" fmla="*/ 0 w 903259"/>
              <a:gd name="connsiteY0-20" fmla="*/ 334803 h 691991"/>
              <a:gd name="connsiteX1-21" fmla="*/ 0 w 903259"/>
              <a:gd name="connsiteY1-22" fmla="*/ 627697 h 691991"/>
              <a:gd name="connsiteX2-23" fmla="*/ 54769 w 903259"/>
              <a:gd name="connsiteY2-24" fmla="*/ 691991 h 691991"/>
              <a:gd name="connsiteX3-25" fmla="*/ 840582 w 903259"/>
              <a:gd name="connsiteY3-26" fmla="*/ 691991 h 691991"/>
              <a:gd name="connsiteX4-27" fmla="*/ 897732 w 903259"/>
              <a:gd name="connsiteY4-28" fmla="*/ 634841 h 691991"/>
              <a:gd name="connsiteX5-29" fmla="*/ 897732 w 903259"/>
              <a:gd name="connsiteY5-30" fmla="*/ 72866 h 691991"/>
              <a:gd name="connsiteX6-31" fmla="*/ 828675 w 903259"/>
              <a:gd name="connsiteY6-32" fmla="*/ 20478 h 691991"/>
              <a:gd name="connsiteX7-33" fmla="*/ 45244 w 903259"/>
              <a:gd name="connsiteY7-34" fmla="*/ 282416 h 691991"/>
              <a:gd name="connsiteX8-35" fmla="*/ 0 w 903259"/>
              <a:gd name="connsiteY8-36" fmla="*/ 334803 h 691991"/>
              <a:gd name="connsiteX0-37" fmla="*/ 0 w 902430"/>
              <a:gd name="connsiteY0-38" fmla="*/ 326084 h 683272"/>
              <a:gd name="connsiteX1-39" fmla="*/ 0 w 902430"/>
              <a:gd name="connsiteY1-40" fmla="*/ 618978 h 683272"/>
              <a:gd name="connsiteX2-41" fmla="*/ 54769 w 902430"/>
              <a:gd name="connsiteY2-42" fmla="*/ 683272 h 683272"/>
              <a:gd name="connsiteX3-43" fmla="*/ 840582 w 902430"/>
              <a:gd name="connsiteY3-44" fmla="*/ 683272 h 683272"/>
              <a:gd name="connsiteX4-45" fmla="*/ 897732 w 902430"/>
              <a:gd name="connsiteY4-46" fmla="*/ 626122 h 683272"/>
              <a:gd name="connsiteX5-47" fmla="*/ 897732 w 902430"/>
              <a:gd name="connsiteY5-48" fmla="*/ 64147 h 683272"/>
              <a:gd name="connsiteX6-49" fmla="*/ 828675 w 902430"/>
              <a:gd name="connsiteY6-50" fmla="*/ 11759 h 683272"/>
              <a:gd name="connsiteX7-51" fmla="*/ 45244 w 902430"/>
              <a:gd name="connsiteY7-52" fmla="*/ 273697 h 683272"/>
              <a:gd name="connsiteX8-53" fmla="*/ 0 w 902430"/>
              <a:gd name="connsiteY8-54" fmla="*/ 326084 h 683272"/>
              <a:gd name="connsiteX0-55" fmla="*/ 0 w 898864"/>
              <a:gd name="connsiteY0-56" fmla="*/ 327341 h 684529"/>
              <a:gd name="connsiteX1-57" fmla="*/ 0 w 898864"/>
              <a:gd name="connsiteY1-58" fmla="*/ 620235 h 684529"/>
              <a:gd name="connsiteX2-59" fmla="*/ 54769 w 898864"/>
              <a:gd name="connsiteY2-60" fmla="*/ 684529 h 684529"/>
              <a:gd name="connsiteX3-61" fmla="*/ 840582 w 898864"/>
              <a:gd name="connsiteY3-62" fmla="*/ 684529 h 684529"/>
              <a:gd name="connsiteX4-63" fmla="*/ 897732 w 898864"/>
              <a:gd name="connsiteY4-64" fmla="*/ 627379 h 684529"/>
              <a:gd name="connsiteX5-65" fmla="*/ 897732 w 898864"/>
              <a:gd name="connsiteY5-66" fmla="*/ 65404 h 684529"/>
              <a:gd name="connsiteX6-67" fmla="*/ 828675 w 898864"/>
              <a:gd name="connsiteY6-68" fmla="*/ 13016 h 684529"/>
              <a:gd name="connsiteX7-69" fmla="*/ 45244 w 898864"/>
              <a:gd name="connsiteY7-70" fmla="*/ 274954 h 684529"/>
              <a:gd name="connsiteX8-71" fmla="*/ 0 w 898864"/>
              <a:gd name="connsiteY8-72" fmla="*/ 327341 h 684529"/>
              <a:gd name="connsiteX0-73" fmla="*/ 0 w 900862"/>
              <a:gd name="connsiteY0-74" fmla="*/ 327341 h 684529"/>
              <a:gd name="connsiteX1-75" fmla="*/ 0 w 900862"/>
              <a:gd name="connsiteY1-76" fmla="*/ 620235 h 684529"/>
              <a:gd name="connsiteX2-77" fmla="*/ 54769 w 900862"/>
              <a:gd name="connsiteY2-78" fmla="*/ 684529 h 684529"/>
              <a:gd name="connsiteX3-79" fmla="*/ 840582 w 900862"/>
              <a:gd name="connsiteY3-80" fmla="*/ 684529 h 684529"/>
              <a:gd name="connsiteX4-81" fmla="*/ 897732 w 900862"/>
              <a:gd name="connsiteY4-82" fmla="*/ 627379 h 684529"/>
              <a:gd name="connsiteX5-83" fmla="*/ 897732 w 900862"/>
              <a:gd name="connsiteY5-84" fmla="*/ 65404 h 684529"/>
              <a:gd name="connsiteX6-85" fmla="*/ 828675 w 900862"/>
              <a:gd name="connsiteY6-86" fmla="*/ 13016 h 684529"/>
              <a:gd name="connsiteX7-87" fmla="*/ 45244 w 900862"/>
              <a:gd name="connsiteY7-88" fmla="*/ 274954 h 684529"/>
              <a:gd name="connsiteX8-89" fmla="*/ 0 w 900862"/>
              <a:gd name="connsiteY8-90" fmla="*/ 327341 h 684529"/>
              <a:gd name="connsiteX0-91" fmla="*/ 0 w 900862"/>
              <a:gd name="connsiteY0-92" fmla="*/ 327341 h 684529"/>
              <a:gd name="connsiteX1-93" fmla="*/ 0 w 900862"/>
              <a:gd name="connsiteY1-94" fmla="*/ 620235 h 684529"/>
              <a:gd name="connsiteX2-95" fmla="*/ 54769 w 900862"/>
              <a:gd name="connsiteY2-96" fmla="*/ 684529 h 684529"/>
              <a:gd name="connsiteX3-97" fmla="*/ 840582 w 900862"/>
              <a:gd name="connsiteY3-98" fmla="*/ 684529 h 684529"/>
              <a:gd name="connsiteX4-99" fmla="*/ 897732 w 900862"/>
              <a:gd name="connsiteY4-100" fmla="*/ 627379 h 684529"/>
              <a:gd name="connsiteX5-101" fmla="*/ 897732 w 900862"/>
              <a:gd name="connsiteY5-102" fmla="*/ 65404 h 684529"/>
              <a:gd name="connsiteX6-103" fmla="*/ 828675 w 900862"/>
              <a:gd name="connsiteY6-104" fmla="*/ 13016 h 684529"/>
              <a:gd name="connsiteX7-105" fmla="*/ 45244 w 900862"/>
              <a:gd name="connsiteY7-106" fmla="*/ 274954 h 684529"/>
              <a:gd name="connsiteX8-107" fmla="*/ 0 w 900862"/>
              <a:gd name="connsiteY8-108" fmla="*/ 327341 h 684529"/>
              <a:gd name="connsiteX0-109" fmla="*/ 1654 w 902516"/>
              <a:gd name="connsiteY0-110" fmla="*/ 327341 h 684529"/>
              <a:gd name="connsiteX1-111" fmla="*/ 1654 w 902516"/>
              <a:gd name="connsiteY1-112" fmla="*/ 620235 h 684529"/>
              <a:gd name="connsiteX2-113" fmla="*/ 56423 w 902516"/>
              <a:gd name="connsiteY2-114" fmla="*/ 684529 h 684529"/>
              <a:gd name="connsiteX3-115" fmla="*/ 842236 w 902516"/>
              <a:gd name="connsiteY3-116" fmla="*/ 684529 h 684529"/>
              <a:gd name="connsiteX4-117" fmla="*/ 899386 w 902516"/>
              <a:gd name="connsiteY4-118" fmla="*/ 627379 h 684529"/>
              <a:gd name="connsiteX5-119" fmla="*/ 899386 w 902516"/>
              <a:gd name="connsiteY5-120" fmla="*/ 65404 h 684529"/>
              <a:gd name="connsiteX6-121" fmla="*/ 830329 w 902516"/>
              <a:gd name="connsiteY6-122" fmla="*/ 13016 h 684529"/>
              <a:gd name="connsiteX7-123" fmla="*/ 46898 w 902516"/>
              <a:gd name="connsiteY7-124" fmla="*/ 274954 h 684529"/>
              <a:gd name="connsiteX8-125" fmla="*/ 1654 w 902516"/>
              <a:gd name="connsiteY8-126" fmla="*/ 327341 h 684529"/>
              <a:gd name="connsiteX0-127" fmla="*/ 0 w 900862"/>
              <a:gd name="connsiteY0-128" fmla="*/ 327341 h 684529"/>
              <a:gd name="connsiteX1-129" fmla="*/ 0 w 900862"/>
              <a:gd name="connsiteY1-130" fmla="*/ 620235 h 684529"/>
              <a:gd name="connsiteX2-131" fmla="*/ 54769 w 900862"/>
              <a:gd name="connsiteY2-132" fmla="*/ 684529 h 684529"/>
              <a:gd name="connsiteX3-133" fmla="*/ 840582 w 900862"/>
              <a:gd name="connsiteY3-134" fmla="*/ 684529 h 684529"/>
              <a:gd name="connsiteX4-135" fmla="*/ 897732 w 900862"/>
              <a:gd name="connsiteY4-136" fmla="*/ 627379 h 684529"/>
              <a:gd name="connsiteX5-137" fmla="*/ 897732 w 900862"/>
              <a:gd name="connsiteY5-138" fmla="*/ 65404 h 684529"/>
              <a:gd name="connsiteX6-139" fmla="*/ 828675 w 900862"/>
              <a:gd name="connsiteY6-140" fmla="*/ 13016 h 684529"/>
              <a:gd name="connsiteX7-141" fmla="*/ 45244 w 900862"/>
              <a:gd name="connsiteY7-142" fmla="*/ 274954 h 684529"/>
              <a:gd name="connsiteX8-143" fmla="*/ 0 w 900862"/>
              <a:gd name="connsiteY8-144" fmla="*/ 327341 h 684529"/>
              <a:gd name="connsiteX0-145" fmla="*/ 0 w 900862"/>
              <a:gd name="connsiteY0-146" fmla="*/ 327341 h 684529"/>
              <a:gd name="connsiteX1-147" fmla="*/ 0 w 900862"/>
              <a:gd name="connsiteY1-148" fmla="*/ 620235 h 684529"/>
              <a:gd name="connsiteX2-149" fmla="*/ 54769 w 900862"/>
              <a:gd name="connsiteY2-150" fmla="*/ 684529 h 684529"/>
              <a:gd name="connsiteX3-151" fmla="*/ 840582 w 900862"/>
              <a:gd name="connsiteY3-152" fmla="*/ 684529 h 684529"/>
              <a:gd name="connsiteX4-153" fmla="*/ 897732 w 900862"/>
              <a:gd name="connsiteY4-154" fmla="*/ 627379 h 684529"/>
              <a:gd name="connsiteX5-155" fmla="*/ 897732 w 900862"/>
              <a:gd name="connsiteY5-156" fmla="*/ 65404 h 684529"/>
              <a:gd name="connsiteX6-157" fmla="*/ 828675 w 900862"/>
              <a:gd name="connsiteY6-158" fmla="*/ 13016 h 684529"/>
              <a:gd name="connsiteX7-159" fmla="*/ 45244 w 900862"/>
              <a:gd name="connsiteY7-160" fmla="*/ 274954 h 684529"/>
              <a:gd name="connsiteX8-161" fmla="*/ 0 w 900862"/>
              <a:gd name="connsiteY8-162" fmla="*/ 327341 h 684529"/>
              <a:gd name="connsiteX0-163" fmla="*/ 501 w 901363"/>
              <a:gd name="connsiteY0-164" fmla="*/ 327341 h 684529"/>
              <a:gd name="connsiteX1-165" fmla="*/ 501 w 901363"/>
              <a:gd name="connsiteY1-166" fmla="*/ 620235 h 684529"/>
              <a:gd name="connsiteX2-167" fmla="*/ 55270 w 901363"/>
              <a:gd name="connsiteY2-168" fmla="*/ 684529 h 684529"/>
              <a:gd name="connsiteX3-169" fmla="*/ 841083 w 901363"/>
              <a:gd name="connsiteY3-170" fmla="*/ 684529 h 684529"/>
              <a:gd name="connsiteX4-171" fmla="*/ 898233 w 901363"/>
              <a:gd name="connsiteY4-172" fmla="*/ 627379 h 684529"/>
              <a:gd name="connsiteX5-173" fmla="*/ 898233 w 901363"/>
              <a:gd name="connsiteY5-174" fmla="*/ 65404 h 684529"/>
              <a:gd name="connsiteX6-175" fmla="*/ 829176 w 901363"/>
              <a:gd name="connsiteY6-176" fmla="*/ 13016 h 684529"/>
              <a:gd name="connsiteX7-177" fmla="*/ 45745 w 901363"/>
              <a:gd name="connsiteY7-178" fmla="*/ 274954 h 684529"/>
              <a:gd name="connsiteX8-179" fmla="*/ 501 w 901363"/>
              <a:gd name="connsiteY8-180" fmla="*/ 327341 h 684529"/>
              <a:gd name="connsiteX0-181" fmla="*/ 712 w 901574"/>
              <a:gd name="connsiteY0-182" fmla="*/ 327341 h 688517"/>
              <a:gd name="connsiteX1-183" fmla="*/ 712 w 901574"/>
              <a:gd name="connsiteY1-184" fmla="*/ 620235 h 688517"/>
              <a:gd name="connsiteX2-185" fmla="*/ 55481 w 901574"/>
              <a:gd name="connsiteY2-186" fmla="*/ 684529 h 688517"/>
              <a:gd name="connsiteX3-187" fmla="*/ 841294 w 901574"/>
              <a:gd name="connsiteY3-188" fmla="*/ 684529 h 688517"/>
              <a:gd name="connsiteX4-189" fmla="*/ 898444 w 901574"/>
              <a:gd name="connsiteY4-190" fmla="*/ 627379 h 688517"/>
              <a:gd name="connsiteX5-191" fmla="*/ 898444 w 901574"/>
              <a:gd name="connsiteY5-192" fmla="*/ 65404 h 688517"/>
              <a:gd name="connsiteX6-193" fmla="*/ 829387 w 901574"/>
              <a:gd name="connsiteY6-194" fmla="*/ 13016 h 688517"/>
              <a:gd name="connsiteX7-195" fmla="*/ 45956 w 901574"/>
              <a:gd name="connsiteY7-196" fmla="*/ 274954 h 688517"/>
              <a:gd name="connsiteX8-197" fmla="*/ 712 w 901574"/>
              <a:gd name="connsiteY8-198" fmla="*/ 327341 h 688517"/>
              <a:gd name="connsiteX0-199" fmla="*/ 892 w 901754"/>
              <a:gd name="connsiteY0-200" fmla="*/ 327341 h 684529"/>
              <a:gd name="connsiteX1-201" fmla="*/ 892 w 901754"/>
              <a:gd name="connsiteY1-202" fmla="*/ 620235 h 684529"/>
              <a:gd name="connsiteX2-203" fmla="*/ 55661 w 901754"/>
              <a:gd name="connsiteY2-204" fmla="*/ 684529 h 684529"/>
              <a:gd name="connsiteX3-205" fmla="*/ 841474 w 901754"/>
              <a:gd name="connsiteY3-206" fmla="*/ 684529 h 684529"/>
              <a:gd name="connsiteX4-207" fmla="*/ 898624 w 901754"/>
              <a:gd name="connsiteY4-208" fmla="*/ 627379 h 684529"/>
              <a:gd name="connsiteX5-209" fmla="*/ 898624 w 901754"/>
              <a:gd name="connsiteY5-210" fmla="*/ 65404 h 684529"/>
              <a:gd name="connsiteX6-211" fmla="*/ 829567 w 901754"/>
              <a:gd name="connsiteY6-212" fmla="*/ 13016 h 684529"/>
              <a:gd name="connsiteX7-213" fmla="*/ 46136 w 901754"/>
              <a:gd name="connsiteY7-214" fmla="*/ 274954 h 684529"/>
              <a:gd name="connsiteX8-215" fmla="*/ 892 w 901754"/>
              <a:gd name="connsiteY8-216" fmla="*/ 327341 h 684529"/>
              <a:gd name="connsiteX0-217" fmla="*/ 478 w 901340"/>
              <a:gd name="connsiteY0-218" fmla="*/ 327341 h 684529"/>
              <a:gd name="connsiteX1-219" fmla="*/ 478 w 901340"/>
              <a:gd name="connsiteY1-220" fmla="*/ 620235 h 684529"/>
              <a:gd name="connsiteX2-221" fmla="*/ 55247 w 901340"/>
              <a:gd name="connsiteY2-222" fmla="*/ 684529 h 684529"/>
              <a:gd name="connsiteX3-223" fmla="*/ 841060 w 901340"/>
              <a:gd name="connsiteY3-224" fmla="*/ 684529 h 684529"/>
              <a:gd name="connsiteX4-225" fmla="*/ 898210 w 901340"/>
              <a:gd name="connsiteY4-226" fmla="*/ 627379 h 684529"/>
              <a:gd name="connsiteX5-227" fmla="*/ 898210 w 901340"/>
              <a:gd name="connsiteY5-228" fmla="*/ 65404 h 684529"/>
              <a:gd name="connsiteX6-229" fmla="*/ 829153 w 901340"/>
              <a:gd name="connsiteY6-230" fmla="*/ 13016 h 684529"/>
              <a:gd name="connsiteX7-231" fmla="*/ 45722 w 901340"/>
              <a:gd name="connsiteY7-232" fmla="*/ 274954 h 684529"/>
              <a:gd name="connsiteX8-233" fmla="*/ 478 w 901340"/>
              <a:gd name="connsiteY8-234" fmla="*/ 327341 h 684529"/>
              <a:gd name="connsiteX0-235" fmla="*/ 268 w 901130"/>
              <a:gd name="connsiteY0-236" fmla="*/ 327341 h 689292"/>
              <a:gd name="connsiteX1-237" fmla="*/ 268 w 901130"/>
              <a:gd name="connsiteY1-238" fmla="*/ 620235 h 689292"/>
              <a:gd name="connsiteX2-239" fmla="*/ 93137 w 901130"/>
              <a:gd name="connsiteY2-240" fmla="*/ 689292 h 689292"/>
              <a:gd name="connsiteX3-241" fmla="*/ 840850 w 901130"/>
              <a:gd name="connsiteY3-242" fmla="*/ 684529 h 689292"/>
              <a:gd name="connsiteX4-243" fmla="*/ 898000 w 901130"/>
              <a:gd name="connsiteY4-244" fmla="*/ 627379 h 689292"/>
              <a:gd name="connsiteX5-245" fmla="*/ 898000 w 901130"/>
              <a:gd name="connsiteY5-246" fmla="*/ 65404 h 689292"/>
              <a:gd name="connsiteX6-247" fmla="*/ 828943 w 901130"/>
              <a:gd name="connsiteY6-248" fmla="*/ 13016 h 689292"/>
              <a:gd name="connsiteX7-249" fmla="*/ 45512 w 901130"/>
              <a:gd name="connsiteY7-250" fmla="*/ 274954 h 689292"/>
              <a:gd name="connsiteX8-251" fmla="*/ 268 w 901130"/>
              <a:gd name="connsiteY8-252" fmla="*/ 327341 h 689292"/>
              <a:gd name="connsiteX0-253" fmla="*/ 493 w 901355"/>
              <a:gd name="connsiteY0-254" fmla="*/ 327341 h 689292"/>
              <a:gd name="connsiteX1-255" fmla="*/ 493 w 901355"/>
              <a:gd name="connsiteY1-256" fmla="*/ 620235 h 689292"/>
              <a:gd name="connsiteX2-257" fmla="*/ 93362 w 901355"/>
              <a:gd name="connsiteY2-258" fmla="*/ 689292 h 689292"/>
              <a:gd name="connsiteX3-259" fmla="*/ 841075 w 901355"/>
              <a:gd name="connsiteY3-260" fmla="*/ 684529 h 689292"/>
              <a:gd name="connsiteX4-261" fmla="*/ 898225 w 901355"/>
              <a:gd name="connsiteY4-262" fmla="*/ 627379 h 689292"/>
              <a:gd name="connsiteX5-263" fmla="*/ 898225 w 901355"/>
              <a:gd name="connsiteY5-264" fmla="*/ 65404 h 689292"/>
              <a:gd name="connsiteX6-265" fmla="*/ 829168 w 901355"/>
              <a:gd name="connsiteY6-266" fmla="*/ 13016 h 689292"/>
              <a:gd name="connsiteX7-267" fmla="*/ 45737 w 901355"/>
              <a:gd name="connsiteY7-268" fmla="*/ 274954 h 689292"/>
              <a:gd name="connsiteX8-269" fmla="*/ 493 w 901355"/>
              <a:gd name="connsiteY8-270" fmla="*/ 327341 h 689292"/>
              <a:gd name="connsiteX0-271" fmla="*/ 493 w 901355"/>
              <a:gd name="connsiteY0-272" fmla="*/ 327341 h 689292"/>
              <a:gd name="connsiteX1-273" fmla="*/ 493 w 901355"/>
              <a:gd name="connsiteY1-274" fmla="*/ 620235 h 689292"/>
              <a:gd name="connsiteX2-275" fmla="*/ 93362 w 901355"/>
              <a:gd name="connsiteY2-276" fmla="*/ 689292 h 689292"/>
              <a:gd name="connsiteX3-277" fmla="*/ 848219 w 901355"/>
              <a:gd name="connsiteY3-278" fmla="*/ 684529 h 689292"/>
              <a:gd name="connsiteX4-279" fmla="*/ 898225 w 901355"/>
              <a:gd name="connsiteY4-280" fmla="*/ 627379 h 689292"/>
              <a:gd name="connsiteX5-281" fmla="*/ 898225 w 901355"/>
              <a:gd name="connsiteY5-282" fmla="*/ 65404 h 689292"/>
              <a:gd name="connsiteX6-283" fmla="*/ 829168 w 901355"/>
              <a:gd name="connsiteY6-284" fmla="*/ 13016 h 689292"/>
              <a:gd name="connsiteX7-285" fmla="*/ 45737 w 901355"/>
              <a:gd name="connsiteY7-286" fmla="*/ 274954 h 689292"/>
              <a:gd name="connsiteX8-287" fmla="*/ 493 w 901355"/>
              <a:gd name="connsiteY8-288" fmla="*/ 327341 h 689292"/>
              <a:gd name="connsiteX0-289" fmla="*/ 493 w 901355"/>
              <a:gd name="connsiteY0-290" fmla="*/ 327341 h 689292"/>
              <a:gd name="connsiteX1-291" fmla="*/ 493 w 901355"/>
              <a:gd name="connsiteY1-292" fmla="*/ 620235 h 689292"/>
              <a:gd name="connsiteX2-293" fmla="*/ 93362 w 901355"/>
              <a:gd name="connsiteY2-294" fmla="*/ 689292 h 689292"/>
              <a:gd name="connsiteX3-295" fmla="*/ 848219 w 901355"/>
              <a:gd name="connsiteY3-296" fmla="*/ 684529 h 689292"/>
              <a:gd name="connsiteX4-297" fmla="*/ 898225 w 901355"/>
              <a:gd name="connsiteY4-298" fmla="*/ 627379 h 689292"/>
              <a:gd name="connsiteX5-299" fmla="*/ 898225 w 901355"/>
              <a:gd name="connsiteY5-300" fmla="*/ 65404 h 689292"/>
              <a:gd name="connsiteX6-301" fmla="*/ 829168 w 901355"/>
              <a:gd name="connsiteY6-302" fmla="*/ 13016 h 689292"/>
              <a:gd name="connsiteX7-303" fmla="*/ 45737 w 901355"/>
              <a:gd name="connsiteY7-304" fmla="*/ 274954 h 689292"/>
              <a:gd name="connsiteX8-305" fmla="*/ 493 w 901355"/>
              <a:gd name="connsiteY8-306" fmla="*/ 327341 h 689292"/>
              <a:gd name="connsiteX0-307" fmla="*/ 493 w 907750"/>
              <a:gd name="connsiteY0-308" fmla="*/ 327341 h 689292"/>
              <a:gd name="connsiteX1-309" fmla="*/ 493 w 907750"/>
              <a:gd name="connsiteY1-310" fmla="*/ 620235 h 689292"/>
              <a:gd name="connsiteX2-311" fmla="*/ 93362 w 907750"/>
              <a:gd name="connsiteY2-312" fmla="*/ 689292 h 689292"/>
              <a:gd name="connsiteX3-313" fmla="*/ 848219 w 907750"/>
              <a:gd name="connsiteY3-314" fmla="*/ 684529 h 689292"/>
              <a:gd name="connsiteX4-315" fmla="*/ 907750 w 907750"/>
              <a:gd name="connsiteY4-316" fmla="*/ 627379 h 689292"/>
              <a:gd name="connsiteX5-317" fmla="*/ 898225 w 907750"/>
              <a:gd name="connsiteY5-318" fmla="*/ 65404 h 689292"/>
              <a:gd name="connsiteX6-319" fmla="*/ 829168 w 907750"/>
              <a:gd name="connsiteY6-320" fmla="*/ 13016 h 689292"/>
              <a:gd name="connsiteX7-321" fmla="*/ 45737 w 907750"/>
              <a:gd name="connsiteY7-322" fmla="*/ 274954 h 689292"/>
              <a:gd name="connsiteX8-323" fmla="*/ 493 w 907750"/>
              <a:gd name="connsiteY8-324" fmla="*/ 327341 h 689292"/>
              <a:gd name="connsiteX0-325" fmla="*/ 493 w 907750"/>
              <a:gd name="connsiteY0-326" fmla="*/ 328690 h 690641"/>
              <a:gd name="connsiteX1-327" fmla="*/ 493 w 907750"/>
              <a:gd name="connsiteY1-328" fmla="*/ 621584 h 690641"/>
              <a:gd name="connsiteX2-329" fmla="*/ 93362 w 907750"/>
              <a:gd name="connsiteY2-330" fmla="*/ 690641 h 690641"/>
              <a:gd name="connsiteX3-331" fmla="*/ 848219 w 907750"/>
              <a:gd name="connsiteY3-332" fmla="*/ 685878 h 690641"/>
              <a:gd name="connsiteX4-333" fmla="*/ 907750 w 907750"/>
              <a:gd name="connsiteY4-334" fmla="*/ 628728 h 690641"/>
              <a:gd name="connsiteX5-335" fmla="*/ 898225 w 907750"/>
              <a:gd name="connsiteY5-336" fmla="*/ 66753 h 690641"/>
              <a:gd name="connsiteX6-337" fmla="*/ 829168 w 907750"/>
              <a:gd name="connsiteY6-338" fmla="*/ 14365 h 690641"/>
              <a:gd name="connsiteX7-339" fmla="*/ 45737 w 907750"/>
              <a:gd name="connsiteY7-340" fmla="*/ 276303 h 690641"/>
              <a:gd name="connsiteX8-341" fmla="*/ 493 w 907750"/>
              <a:gd name="connsiteY8-342" fmla="*/ 328690 h 690641"/>
              <a:gd name="connsiteX0-343" fmla="*/ 493 w 907750"/>
              <a:gd name="connsiteY0-344" fmla="*/ 328690 h 690641"/>
              <a:gd name="connsiteX1-345" fmla="*/ 493 w 907750"/>
              <a:gd name="connsiteY1-346" fmla="*/ 621584 h 690641"/>
              <a:gd name="connsiteX2-347" fmla="*/ 93362 w 907750"/>
              <a:gd name="connsiteY2-348" fmla="*/ 690641 h 690641"/>
              <a:gd name="connsiteX3-349" fmla="*/ 848219 w 907750"/>
              <a:gd name="connsiteY3-350" fmla="*/ 685878 h 690641"/>
              <a:gd name="connsiteX4-351" fmla="*/ 907750 w 907750"/>
              <a:gd name="connsiteY4-352" fmla="*/ 628728 h 690641"/>
              <a:gd name="connsiteX5-353" fmla="*/ 898225 w 907750"/>
              <a:gd name="connsiteY5-354" fmla="*/ 66753 h 690641"/>
              <a:gd name="connsiteX6-355" fmla="*/ 829168 w 907750"/>
              <a:gd name="connsiteY6-356" fmla="*/ 14365 h 690641"/>
              <a:gd name="connsiteX7-357" fmla="*/ 45737 w 907750"/>
              <a:gd name="connsiteY7-358" fmla="*/ 276303 h 690641"/>
              <a:gd name="connsiteX8-359" fmla="*/ 493 w 907750"/>
              <a:gd name="connsiteY8-360" fmla="*/ 328690 h 690641"/>
              <a:gd name="connsiteX0-361" fmla="*/ 493 w 909294"/>
              <a:gd name="connsiteY0-362" fmla="*/ 328690 h 690641"/>
              <a:gd name="connsiteX1-363" fmla="*/ 493 w 909294"/>
              <a:gd name="connsiteY1-364" fmla="*/ 621584 h 690641"/>
              <a:gd name="connsiteX2-365" fmla="*/ 93362 w 909294"/>
              <a:gd name="connsiteY2-366" fmla="*/ 690641 h 690641"/>
              <a:gd name="connsiteX3-367" fmla="*/ 848219 w 909294"/>
              <a:gd name="connsiteY3-368" fmla="*/ 685878 h 690641"/>
              <a:gd name="connsiteX4-369" fmla="*/ 907750 w 909294"/>
              <a:gd name="connsiteY4-370" fmla="*/ 628728 h 690641"/>
              <a:gd name="connsiteX5-371" fmla="*/ 898225 w 909294"/>
              <a:gd name="connsiteY5-372" fmla="*/ 66753 h 690641"/>
              <a:gd name="connsiteX6-373" fmla="*/ 829168 w 909294"/>
              <a:gd name="connsiteY6-374" fmla="*/ 14365 h 690641"/>
              <a:gd name="connsiteX7-375" fmla="*/ 45737 w 909294"/>
              <a:gd name="connsiteY7-376" fmla="*/ 276303 h 690641"/>
              <a:gd name="connsiteX8-377" fmla="*/ 493 w 909294"/>
              <a:gd name="connsiteY8-378" fmla="*/ 328690 h 690641"/>
              <a:gd name="connsiteX0-379" fmla="*/ 493 w 907750"/>
              <a:gd name="connsiteY0-380" fmla="*/ 328690 h 690641"/>
              <a:gd name="connsiteX1-381" fmla="*/ 493 w 907750"/>
              <a:gd name="connsiteY1-382" fmla="*/ 621584 h 690641"/>
              <a:gd name="connsiteX2-383" fmla="*/ 93362 w 907750"/>
              <a:gd name="connsiteY2-384" fmla="*/ 690641 h 690641"/>
              <a:gd name="connsiteX3-385" fmla="*/ 848219 w 907750"/>
              <a:gd name="connsiteY3-386" fmla="*/ 685878 h 690641"/>
              <a:gd name="connsiteX4-387" fmla="*/ 907750 w 907750"/>
              <a:gd name="connsiteY4-388" fmla="*/ 628728 h 690641"/>
              <a:gd name="connsiteX5-389" fmla="*/ 898225 w 907750"/>
              <a:gd name="connsiteY5-390" fmla="*/ 66753 h 690641"/>
              <a:gd name="connsiteX6-391" fmla="*/ 829168 w 907750"/>
              <a:gd name="connsiteY6-392" fmla="*/ 14365 h 690641"/>
              <a:gd name="connsiteX7-393" fmla="*/ 45737 w 907750"/>
              <a:gd name="connsiteY7-394" fmla="*/ 276303 h 690641"/>
              <a:gd name="connsiteX8-395" fmla="*/ 493 w 907750"/>
              <a:gd name="connsiteY8-396" fmla="*/ 328690 h 690641"/>
              <a:gd name="connsiteX0-397" fmla="*/ 493 w 907750"/>
              <a:gd name="connsiteY0-398" fmla="*/ 328690 h 690641"/>
              <a:gd name="connsiteX1-399" fmla="*/ 493 w 907750"/>
              <a:gd name="connsiteY1-400" fmla="*/ 621584 h 690641"/>
              <a:gd name="connsiteX2-401" fmla="*/ 93362 w 907750"/>
              <a:gd name="connsiteY2-402" fmla="*/ 690641 h 690641"/>
              <a:gd name="connsiteX3-403" fmla="*/ 848219 w 907750"/>
              <a:gd name="connsiteY3-404" fmla="*/ 685878 h 690641"/>
              <a:gd name="connsiteX4-405" fmla="*/ 907750 w 907750"/>
              <a:gd name="connsiteY4-406" fmla="*/ 578722 h 690641"/>
              <a:gd name="connsiteX5-407" fmla="*/ 898225 w 907750"/>
              <a:gd name="connsiteY5-408" fmla="*/ 66753 h 690641"/>
              <a:gd name="connsiteX6-409" fmla="*/ 829168 w 907750"/>
              <a:gd name="connsiteY6-410" fmla="*/ 14365 h 690641"/>
              <a:gd name="connsiteX7-411" fmla="*/ 45737 w 907750"/>
              <a:gd name="connsiteY7-412" fmla="*/ 276303 h 690641"/>
              <a:gd name="connsiteX8-413" fmla="*/ 493 w 907750"/>
              <a:gd name="connsiteY8-414" fmla="*/ 328690 h 690641"/>
              <a:gd name="connsiteX0-415" fmla="*/ 493 w 910346"/>
              <a:gd name="connsiteY0-416" fmla="*/ 328690 h 690641"/>
              <a:gd name="connsiteX1-417" fmla="*/ 493 w 910346"/>
              <a:gd name="connsiteY1-418" fmla="*/ 621584 h 690641"/>
              <a:gd name="connsiteX2-419" fmla="*/ 93362 w 910346"/>
              <a:gd name="connsiteY2-420" fmla="*/ 690641 h 690641"/>
              <a:gd name="connsiteX3-421" fmla="*/ 848219 w 910346"/>
              <a:gd name="connsiteY3-422" fmla="*/ 685878 h 690641"/>
              <a:gd name="connsiteX4-423" fmla="*/ 907750 w 910346"/>
              <a:gd name="connsiteY4-424" fmla="*/ 578722 h 690641"/>
              <a:gd name="connsiteX5-425" fmla="*/ 898225 w 910346"/>
              <a:gd name="connsiteY5-426" fmla="*/ 66753 h 690641"/>
              <a:gd name="connsiteX6-427" fmla="*/ 829168 w 910346"/>
              <a:gd name="connsiteY6-428" fmla="*/ 14365 h 690641"/>
              <a:gd name="connsiteX7-429" fmla="*/ 45737 w 910346"/>
              <a:gd name="connsiteY7-430" fmla="*/ 276303 h 690641"/>
              <a:gd name="connsiteX8-431" fmla="*/ 493 w 910346"/>
              <a:gd name="connsiteY8-432" fmla="*/ 328690 h 690641"/>
              <a:gd name="connsiteX0-433" fmla="*/ 493 w 908243"/>
              <a:gd name="connsiteY0-434" fmla="*/ 328690 h 690641"/>
              <a:gd name="connsiteX1-435" fmla="*/ 493 w 908243"/>
              <a:gd name="connsiteY1-436" fmla="*/ 621584 h 690641"/>
              <a:gd name="connsiteX2-437" fmla="*/ 93362 w 908243"/>
              <a:gd name="connsiteY2-438" fmla="*/ 690641 h 690641"/>
              <a:gd name="connsiteX3-439" fmla="*/ 848219 w 908243"/>
              <a:gd name="connsiteY3-440" fmla="*/ 685878 h 690641"/>
              <a:gd name="connsiteX4-441" fmla="*/ 907750 w 908243"/>
              <a:gd name="connsiteY4-442" fmla="*/ 578722 h 690641"/>
              <a:gd name="connsiteX5-443" fmla="*/ 898225 w 908243"/>
              <a:gd name="connsiteY5-444" fmla="*/ 66753 h 690641"/>
              <a:gd name="connsiteX6-445" fmla="*/ 829168 w 908243"/>
              <a:gd name="connsiteY6-446" fmla="*/ 14365 h 690641"/>
              <a:gd name="connsiteX7-447" fmla="*/ 45737 w 908243"/>
              <a:gd name="connsiteY7-448" fmla="*/ 276303 h 690641"/>
              <a:gd name="connsiteX8-449" fmla="*/ 493 w 908243"/>
              <a:gd name="connsiteY8-450" fmla="*/ 328690 h 690641"/>
              <a:gd name="connsiteX0-451" fmla="*/ 493 w 908243"/>
              <a:gd name="connsiteY0-452" fmla="*/ 359647 h 690641"/>
              <a:gd name="connsiteX1-453" fmla="*/ 493 w 908243"/>
              <a:gd name="connsiteY1-454" fmla="*/ 621584 h 690641"/>
              <a:gd name="connsiteX2-455" fmla="*/ 93362 w 908243"/>
              <a:gd name="connsiteY2-456" fmla="*/ 690641 h 690641"/>
              <a:gd name="connsiteX3-457" fmla="*/ 848219 w 908243"/>
              <a:gd name="connsiteY3-458" fmla="*/ 685878 h 690641"/>
              <a:gd name="connsiteX4-459" fmla="*/ 907750 w 908243"/>
              <a:gd name="connsiteY4-460" fmla="*/ 578722 h 690641"/>
              <a:gd name="connsiteX5-461" fmla="*/ 898225 w 908243"/>
              <a:gd name="connsiteY5-462" fmla="*/ 66753 h 690641"/>
              <a:gd name="connsiteX6-463" fmla="*/ 829168 w 908243"/>
              <a:gd name="connsiteY6-464" fmla="*/ 14365 h 690641"/>
              <a:gd name="connsiteX7-465" fmla="*/ 45737 w 908243"/>
              <a:gd name="connsiteY7-466" fmla="*/ 276303 h 690641"/>
              <a:gd name="connsiteX8-467" fmla="*/ 493 w 908243"/>
              <a:gd name="connsiteY8-468" fmla="*/ 359647 h 690641"/>
              <a:gd name="connsiteX0-469" fmla="*/ 493 w 908243"/>
              <a:gd name="connsiteY0-470" fmla="*/ 354885 h 690641"/>
              <a:gd name="connsiteX1-471" fmla="*/ 493 w 908243"/>
              <a:gd name="connsiteY1-472" fmla="*/ 621584 h 690641"/>
              <a:gd name="connsiteX2-473" fmla="*/ 93362 w 908243"/>
              <a:gd name="connsiteY2-474" fmla="*/ 690641 h 690641"/>
              <a:gd name="connsiteX3-475" fmla="*/ 848219 w 908243"/>
              <a:gd name="connsiteY3-476" fmla="*/ 685878 h 690641"/>
              <a:gd name="connsiteX4-477" fmla="*/ 907750 w 908243"/>
              <a:gd name="connsiteY4-478" fmla="*/ 578722 h 690641"/>
              <a:gd name="connsiteX5-479" fmla="*/ 898225 w 908243"/>
              <a:gd name="connsiteY5-480" fmla="*/ 66753 h 690641"/>
              <a:gd name="connsiteX6-481" fmla="*/ 829168 w 908243"/>
              <a:gd name="connsiteY6-482" fmla="*/ 14365 h 690641"/>
              <a:gd name="connsiteX7-483" fmla="*/ 45737 w 908243"/>
              <a:gd name="connsiteY7-484" fmla="*/ 276303 h 690641"/>
              <a:gd name="connsiteX8-485" fmla="*/ 493 w 908243"/>
              <a:gd name="connsiteY8-486" fmla="*/ 354885 h 690641"/>
              <a:gd name="connsiteX0-487" fmla="*/ 1323 w 909073"/>
              <a:gd name="connsiteY0-488" fmla="*/ 354885 h 690641"/>
              <a:gd name="connsiteX1-489" fmla="*/ 1323 w 909073"/>
              <a:gd name="connsiteY1-490" fmla="*/ 621584 h 690641"/>
              <a:gd name="connsiteX2-491" fmla="*/ 94192 w 909073"/>
              <a:gd name="connsiteY2-492" fmla="*/ 690641 h 690641"/>
              <a:gd name="connsiteX3-493" fmla="*/ 849049 w 909073"/>
              <a:gd name="connsiteY3-494" fmla="*/ 685878 h 690641"/>
              <a:gd name="connsiteX4-495" fmla="*/ 908580 w 909073"/>
              <a:gd name="connsiteY4-496" fmla="*/ 578722 h 690641"/>
              <a:gd name="connsiteX5-497" fmla="*/ 899055 w 909073"/>
              <a:gd name="connsiteY5-498" fmla="*/ 66753 h 690641"/>
              <a:gd name="connsiteX6-499" fmla="*/ 829998 w 909073"/>
              <a:gd name="connsiteY6-500" fmla="*/ 14365 h 690641"/>
              <a:gd name="connsiteX7-501" fmla="*/ 46567 w 909073"/>
              <a:gd name="connsiteY7-502" fmla="*/ 276303 h 690641"/>
              <a:gd name="connsiteX8-503" fmla="*/ 1323 w 909073"/>
              <a:gd name="connsiteY8-504" fmla="*/ 354885 h 690641"/>
              <a:gd name="connsiteX0-505" fmla="*/ 494 w 908244"/>
              <a:gd name="connsiteY0-506" fmla="*/ 354885 h 690641"/>
              <a:gd name="connsiteX1-507" fmla="*/ 494 w 908244"/>
              <a:gd name="connsiteY1-508" fmla="*/ 621584 h 690641"/>
              <a:gd name="connsiteX2-509" fmla="*/ 93363 w 908244"/>
              <a:gd name="connsiteY2-510" fmla="*/ 690641 h 690641"/>
              <a:gd name="connsiteX3-511" fmla="*/ 848220 w 908244"/>
              <a:gd name="connsiteY3-512" fmla="*/ 685878 h 690641"/>
              <a:gd name="connsiteX4-513" fmla="*/ 907751 w 908244"/>
              <a:gd name="connsiteY4-514" fmla="*/ 578722 h 690641"/>
              <a:gd name="connsiteX5-515" fmla="*/ 898226 w 908244"/>
              <a:gd name="connsiteY5-516" fmla="*/ 66753 h 690641"/>
              <a:gd name="connsiteX6-517" fmla="*/ 829169 w 908244"/>
              <a:gd name="connsiteY6-518" fmla="*/ 14365 h 690641"/>
              <a:gd name="connsiteX7-519" fmla="*/ 45738 w 908244"/>
              <a:gd name="connsiteY7-520" fmla="*/ 276303 h 690641"/>
              <a:gd name="connsiteX8-521" fmla="*/ 494 w 908244"/>
              <a:gd name="connsiteY8-522" fmla="*/ 354885 h 690641"/>
              <a:gd name="connsiteX0-523" fmla="*/ 1322 w 909072"/>
              <a:gd name="connsiteY0-524" fmla="*/ 354885 h 690641"/>
              <a:gd name="connsiteX1-525" fmla="*/ 1322 w 909072"/>
              <a:gd name="connsiteY1-526" fmla="*/ 621584 h 690641"/>
              <a:gd name="connsiteX2-527" fmla="*/ 94191 w 909072"/>
              <a:gd name="connsiteY2-528" fmla="*/ 690641 h 690641"/>
              <a:gd name="connsiteX3-529" fmla="*/ 849048 w 909072"/>
              <a:gd name="connsiteY3-530" fmla="*/ 685878 h 690641"/>
              <a:gd name="connsiteX4-531" fmla="*/ 908579 w 909072"/>
              <a:gd name="connsiteY4-532" fmla="*/ 578722 h 690641"/>
              <a:gd name="connsiteX5-533" fmla="*/ 899054 w 909072"/>
              <a:gd name="connsiteY5-534" fmla="*/ 66753 h 690641"/>
              <a:gd name="connsiteX6-535" fmla="*/ 829997 w 909072"/>
              <a:gd name="connsiteY6-536" fmla="*/ 14365 h 690641"/>
              <a:gd name="connsiteX7-537" fmla="*/ 46566 w 909072"/>
              <a:gd name="connsiteY7-538" fmla="*/ 276303 h 690641"/>
              <a:gd name="connsiteX8-539" fmla="*/ 1322 w 909072"/>
              <a:gd name="connsiteY8-540" fmla="*/ 354885 h 690641"/>
              <a:gd name="connsiteX0-541" fmla="*/ 494 w 908244"/>
              <a:gd name="connsiteY0-542" fmla="*/ 354885 h 690641"/>
              <a:gd name="connsiteX1-543" fmla="*/ 494 w 908244"/>
              <a:gd name="connsiteY1-544" fmla="*/ 621584 h 690641"/>
              <a:gd name="connsiteX2-545" fmla="*/ 93363 w 908244"/>
              <a:gd name="connsiteY2-546" fmla="*/ 690641 h 690641"/>
              <a:gd name="connsiteX3-547" fmla="*/ 848220 w 908244"/>
              <a:gd name="connsiteY3-548" fmla="*/ 685878 h 690641"/>
              <a:gd name="connsiteX4-549" fmla="*/ 907751 w 908244"/>
              <a:gd name="connsiteY4-550" fmla="*/ 578722 h 690641"/>
              <a:gd name="connsiteX5-551" fmla="*/ 898226 w 908244"/>
              <a:gd name="connsiteY5-552" fmla="*/ 66753 h 690641"/>
              <a:gd name="connsiteX6-553" fmla="*/ 829169 w 908244"/>
              <a:gd name="connsiteY6-554" fmla="*/ 14365 h 690641"/>
              <a:gd name="connsiteX7-555" fmla="*/ 45738 w 908244"/>
              <a:gd name="connsiteY7-556" fmla="*/ 276303 h 690641"/>
              <a:gd name="connsiteX8-557" fmla="*/ 494 w 908244"/>
              <a:gd name="connsiteY8-558" fmla="*/ 354885 h 690641"/>
              <a:gd name="connsiteX0-559" fmla="*/ 1322 w 909072"/>
              <a:gd name="connsiteY0-560" fmla="*/ 354885 h 690641"/>
              <a:gd name="connsiteX1-561" fmla="*/ 1322 w 909072"/>
              <a:gd name="connsiteY1-562" fmla="*/ 621584 h 690641"/>
              <a:gd name="connsiteX2-563" fmla="*/ 94191 w 909072"/>
              <a:gd name="connsiteY2-564" fmla="*/ 690641 h 690641"/>
              <a:gd name="connsiteX3-565" fmla="*/ 849048 w 909072"/>
              <a:gd name="connsiteY3-566" fmla="*/ 685878 h 690641"/>
              <a:gd name="connsiteX4-567" fmla="*/ 908579 w 909072"/>
              <a:gd name="connsiteY4-568" fmla="*/ 578722 h 690641"/>
              <a:gd name="connsiteX5-569" fmla="*/ 899054 w 909072"/>
              <a:gd name="connsiteY5-570" fmla="*/ 66753 h 690641"/>
              <a:gd name="connsiteX6-571" fmla="*/ 829997 w 909072"/>
              <a:gd name="connsiteY6-572" fmla="*/ 14365 h 690641"/>
              <a:gd name="connsiteX7-573" fmla="*/ 46566 w 909072"/>
              <a:gd name="connsiteY7-574" fmla="*/ 276303 h 690641"/>
              <a:gd name="connsiteX8-575" fmla="*/ 1322 w 909072"/>
              <a:gd name="connsiteY8-576" fmla="*/ 354885 h 690641"/>
              <a:gd name="connsiteX0-577" fmla="*/ 1322 w 909072"/>
              <a:gd name="connsiteY0-578" fmla="*/ 385842 h 690641"/>
              <a:gd name="connsiteX1-579" fmla="*/ 1322 w 909072"/>
              <a:gd name="connsiteY1-580" fmla="*/ 621584 h 690641"/>
              <a:gd name="connsiteX2-581" fmla="*/ 94191 w 909072"/>
              <a:gd name="connsiteY2-582" fmla="*/ 690641 h 690641"/>
              <a:gd name="connsiteX3-583" fmla="*/ 849048 w 909072"/>
              <a:gd name="connsiteY3-584" fmla="*/ 685878 h 690641"/>
              <a:gd name="connsiteX4-585" fmla="*/ 908579 w 909072"/>
              <a:gd name="connsiteY4-586" fmla="*/ 578722 h 690641"/>
              <a:gd name="connsiteX5-587" fmla="*/ 899054 w 909072"/>
              <a:gd name="connsiteY5-588" fmla="*/ 66753 h 690641"/>
              <a:gd name="connsiteX6-589" fmla="*/ 829997 w 909072"/>
              <a:gd name="connsiteY6-590" fmla="*/ 14365 h 690641"/>
              <a:gd name="connsiteX7-591" fmla="*/ 46566 w 909072"/>
              <a:gd name="connsiteY7-592" fmla="*/ 276303 h 690641"/>
              <a:gd name="connsiteX8-593" fmla="*/ 1322 w 909072"/>
              <a:gd name="connsiteY8-594" fmla="*/ 385842 h 690641"/>
              <a:gd name="connsiteX0-595" fmla="*/ 494 w 908244"/>
              <a:gd name="connsiteY0-596" fmla="*/ 385842 h 690641"/>
              <a:gd name="connsiteX1-597" fmla="*/ 494 w 908244"/>
              <a:gd name="connsiteY1-598" fmla="*/ 621584 h 690641"/>
              <a:gd name="connsiteX2-599" fmla="*/ 93363 w 908244"/>
              <a:gd name="connsiteY2-600" fmla="*/ 690641 h 690641"/>
              <a:gd name="connsiteX3-601" fmla="*/ 848220 w 908244"/>
              <a:gd name="connsiteY3-602" fmla="*/ 685878 h 690641"/>
              <a:gd name="connsiteX4-603" fmla="*/ 907751 w 908244"/>
              <a:gd name="connsiteY4-604" fmla="*/ 578722 h 690641"/>
              <a:gd name="connsiteX5-605" fmla="*/ 898226 w 908244"/>
              <a:gd name="connsiteY5-606" fmla="*/ 66753 h 690641"/>
              <a:gd name="connsiteX6-607" fmla="*/ 829169 w 908244"/>
              <a:gd name="connsiteY6-608" fmla="*/ 14365 h 690641"/>
              <a:gd name="connsiteX7-609" fmla="*/ 45738 w 908244"/>
              <a:gd name="connsiteY7-610" fmla="*/ 276303 h 690641"/>
              <a:gd name="connsiteX8-611" fmla="*/ 494 w 908244"/>
              <a:gd name="connsiteY8-612" fmla="*/ 385842 h 690641"/>
              <a:gd name="connsiteX0-613" fmla="*/ 494 w 908244"/>
              <a:gd name="connsiteY0-614" fmla="*/ 385842 h 690641"/>
              <a:gd name="connsiteX1-615" fmla="*/ 494 w 908244"/>
              <a:gd name="connsiteY1-616" fmla="*/ 621584 h 690641"/>
              <a:gd name="connsiteX2-617" fmla="*/ 93363 w 908244"/>
              <a:gd name="connsiteY2-618" fmla="*/ 690641 h 690641"/>
              <a:gd name="connsiteX3-619" fmla="*/ 848220 w 908244"/>
              <a:gd name="connsiteY3-620" fmla="*/ 685878 h 690641"/>
              <a:gd name="connsiteX4-621" fmla="*/ 907751 w 908244"/>
              <a:gd name="connsiteY4-622" fmla="*/ 578722 h 690641"/>
              <a:gd name="connsiteX5-623" fmla="*/ 898226 w 908244"/>
              <a:gd name="connsiteY5-624" fmla="*/ 66753 h 690641"/>
              <a:gd name="connsiteX6-625" fmla="*/ 829169 w 908244"/>
              <a:gd name="connsiteY6-626" fmla="*/ 14365 h 690641"/>
              <a:gd name="connsiteX7-627" fmla="*/ 45738 w 908244"/>
              <a:gd name="connsiteY7-628" fmla="*/ 276303 h 690641"/>
              <a:gd name="connsiteX8-629" fmla="*/ 494 w 908244"/>
              <a:gd name="connsiteY8-630" fmla="*/ 385842 h 690641"/>
              <a:gd name="connsiteX0-631" fmla="*/ 494 w 908244"/>
              <a:gd name="connsiteY0-632" fmla="*/ 385842 h 690641"/>
              <a:gd name="connsiteX1-633" fmla="*/ 494 w 908244"/>
              <a:gd name="connsiteY1-634" fmla="*/ 595390 h 690641"/>
              <a:gd name="connsiteX2-635" fmla="*/ 93363 w 908244"/>
              <a:gd name="connsiteY2-636" fmla="*/ 690641 h 690641"/>
              <a:gd name="connsiteX3-637" fmla="*/ 848220 w 908244"/>
              <a:gd name="connsiteY3-638" fmla="*/ 685878 h 690641"/>
              <a:gd name="connsiteX4-639" fmla="*/ 907751 w 908244"/>
              <a:gd name="connsiteY4-640" fmla="*/ 578722 h 690641"/>
              <a:gd name="connsiteX5-641" fmla="*/ 898226 w 908244"/>
              <a:gd name="connsiteY5-642" fmla="*/ 66753 h 690641"/>
              <a:gd name="connsiteX6-643" fmla="*/ 829169 w 908244"/>
              <a:gd name="connsiteY6-644" fmla="*/ 14365 h 690641"/>
              <a:gd name="connsiteX7-645" fmla="*/ 45738 w 908244"/>
              <a:gd name="connsiteY7-646" fmla="*/ 276303 h 690641"/>
              <a:gd name="connsiteX8-647" fmla="*/ 494 w 908244"/>
              <a:gd name="connsiteY8-648" fmla="*/ 385842 h 690641"/>
              <a:gd name="connsiteX0-649" fmla="*/ 920 w 908670"/>
              <a:gd name="connsiteY0-650" fmla="*/ 385842 h 690641"/>
              <a:gd name="connsiteX1-651" fmla="*/ 920 w 908670"/>
              <a:gd name="connsiteY1-652" fmla="*/ 595390 h 690641"/>
              <a:gd name="connsiteX2-653" fmla="*/ 93789 w 908670"/>
              <a:gd name="connsiteY2-654" fmla="*/ 690641 h 690641"/>
              <a:gd name="connsiteX3-655" fmla="*/ 848646 w 908670"/>
              <a:gd name="connsiteY3-656" fmla="*/ 685878 h 690641"/>
              <a:gd name="connsiteX4-657" fmla="*/ 908177 w 908670"/>
              <a:gd name="connsiteY4-658" fmla="*/ 578722 h 690641"/>
              <a:gd name="connsiteX5-659" fmla="*/ 898652 w 908670"/>
              <a:gd name="connsiteY5-660" fmla="*/ 66753 h 690641"/>
              <a:gd name="connsiteX6-661" fmla="*/ 829595 w 908670"/>
              <a:gd name="connsiteY6-662" fmla="*/ 14365 h 690641"/>
              <a:gd name="connsiteX7-663" fmla="*/ 46164 w 908670"/>
              <a:gd name="connsiteY7-664" fmla="*/ 276303 h 690641"/>
              <a:gd name="connsiteX8-665" fmla="*/ 920 w 908670"/>
              <a:gd name="connsiteY8-666" fmla="*/ 385842 h 690641"/>
              <a:gd name="connsiteX0-667" fmla="*/ 882 w 908632"/>
              <a:gd name="connsiteY0-668" fmla="*/ 385842 h 694528"/>
              <a:gd name="connsiteX1-669" fmla="*/ 882 w 908632"/>
              <a:gd name="connsiteY1-670" fmla="*/ 595390 h 694528"/>
              <a:gd name="connsiteX2-671" fmla="*/ 93751 w 908632"/>
              <a:gd name="connsiteY2-672" fmla="*/ 690641 h 694528"/>
              <a:gd name="connsiteX3-673" fmla="*/ 848608 w 908632"/>
              <a:gd name="connsiteY3-674" fmla="*/ 685878 h 694528"/>
              <a:gd name="connsiteX4-675" fmla="*/ 908139 w 908632"/>
              <a:gd name="connsiteY4-676" fmla="*/ 578722 h 694528"/>
              <a:gd name="connsiteX5-677" fmla="*/ 898614 w 908632"/>
              <a:gd name="connsiteY5-678" fmla="*/ 66753 h 694528"/>
              <a:gd name="connsiteX6-679" fmla="*/ 829557 w 908632"/>
              <a:gd name="connsiteY6-680" fmla="*/ 14365 h 694528"/>
              <a:gd name="connsiteX7-681" fmla="*/ 46126 w 908632"/>
              <a:gd name="connsiteY7-682" fmla="*/ 276303 h 694528"/>
              <a:gd name="connsiteX8-683" fmla="*/ 882 w 908632"/>
              <a:gd name="connsiteY8-684" fmla="*/ 385842 h 694528"/>
              <a:gd name="connsiteX0-685" fmla="*/ 882 w 908632"/>
              <a:gd name="connsiteY0-686" fmla="*/ 385842 h 691355"/>
              <a:gd name="connsiteX1-687" fmla="*/ 882 w 908632"/>
              <a:gd name="connsiteY1-688" fmla="*/ 595390 h 691355"/>
              <a:gd name="connsiteX2-689" fmla="*/ 93751 w 908632"/>
              <a:gd name="connsiteY2-690" fmla="*/ 690641 h 691355"/>
              <a:gd name="connsiteX3-691" fmla="*/ 848608 w 908632"/>
              <a:gd name="connsiteY3-692" fmla="*/ 685878 h 691355"/>
              <a:gd name="connsiteX4-693" fmla="*/ 908139 w 908632"/>
              <a:gd name="connsiteY4-694" fmla="*/ 578722 h 691355"/>
              <a:gd name="connsiteX5-695" fmla="*/ 898614 w 908632"/>
              <a:gd name="connsiteY5-696" fmla="*/ 66753 h 691355"/>
              <a:gd name="connsiteX6-697" fmla="*/ 829557 w 908632"/>
              <a:gd name="connsiteY6-698" fmla="*/ 14365 h 691355"/>
              <a:gd name="connsiteX7-699" fmla="*/ 46126 w 908632"/>
              <a:gd name="connsiteY7-700" fmla="*/ 276303 h 691355"/>
              <a:gd name="connsiteX8-701" fmla="*/ 882 w 908632"/>
              <a:gd name="connsiteY8-702" fmla="*/ 385842 h 691355"/>
              <a:gd name="connsiteX0-703" fmla="*/ 882 w 908632"/>
              <a:gd name="connsiteY0-704" fmla="*/ 385842 h 690641"/>
              <a:gd name="connsiteX1-705" fmla="*/ 882 w 908632"/>
              <a:gd name="connsiteY1-706" fmla="*/ 595390 h 690641"/>
              <a:gd name="connsiteX2-707" fmla="*/ 93751 w 908632"/>
              <a:gd name="connsiteY2-708" fmla="*/ 690641 h 690641"/>
              <a:gd name="connsiteX3-709" fmla="*/ 848608 w 908632"/>
              <a:gd name="connsiteY3-710" fmla="*/ 685878 h 690641"/>
              <a:gd name="connsiteX4-711" fmla="*/ 908139 w 908632"/>
              <a:gd name="connsiteY4-712" fmla="*/ 578722 h 690641"/>
              <a:gd name="connsiteX5-713" fmla="*/ 898614 w 908632"/>
              <a:gd name="connsiteY5-714" fmla="*/ 66753 h 690641"/>
              <a:gd name="connsiteX6-715" fmla="*/ 829557 w 908632"/>
              <a:gd name="connsiteY6-716" fmla="*/ 14365 h 690641"/>
              <a:gd name="connsiteX7-717" fmla="*/ 46126 w 908632"/>
              <a:gd name="connsiteY7-718" fmla="*/ 276303 h 690641"/>
              <a:gd name="connsiteX8-719" fmla="*/ 882 w 908632"/>
              <a:gd name="connsiteY8-720" fmla="*/ 385842 h 690641"/>
              <a:gd name="connsiteX0-721" fmla="*/ 655 w 908405"/>
              <a:gd name="connsiteY0-722" fmla="*/ 385842 h 690641"/>
              <a:gd name="connsiteX1-723" fmla="*/ 655 w 908405"/>
              <a:gd name="connsiteY1-724" fmla="*/ 595390 h 690641"/>
              <a:gd name="connsiteX2-725" fmla="*/ 112574 w 908405"/>
              <a:gd name="connsiteY2-726" fmla="*/ 690641 h 690641"/>
              <a:gd name="connsiteX3-727" fmla="*/ 848381 w 908405"/>
              <a:gd name="connsiteY3-728" fmla="*/ 685878 h 690641"/>
              <a:gd name="connsiteX4-729" fmla="*/ 907912 w 908405"/>
              <a:gd name="connsiteY4-730" fmla="*/ 578722 h 690641"/>
              <a:gd name="connsiteX5-731" fmla="*/ 898387 w 908405"/>
              <a:gd name="connsiteY5-732" fmla="*/ 66753 h 690641"/>
              <a:gd name="connsiteX6-733" fmla="*/ 829330 w 908405"/>
              <a:gd name="connsiteY6-734" fmla="*/ 14365 h 690641"/>
              <a:gd name="connsiteX7-735" fmla="*/ 45899 w 908405"/>
              <a:gd name="connsiteY7-736" fmla="*/ 276303 h 690641"/>
              <a:gd name="connsiteX8-737" fmla="*/ 655 w 908405"/>
              <a:gd name="connsiteY8-738" fmla="*/ 385842 h 690641"/>
              <a:gd name="connsiteX0-739" fmla="*/ 807 w 908557"/>
              <a:gd name="connsiteY0-740" fmla="*/ 385842 h 692203"/>
              <a:gd name="connsiteX1-741" fmla="*/ 807 w 908557"/>
              <a:gd name="connsiteY1-742" fmla="*/ 595390 h 692203"/>
              <a:gd name="connsiteX2-743" fmla="*/ 112726 w 908557"/>
              <a:gd name="connsiteY2-744" fmla="*/ 690641 h 692203"/>
              <a:gd name="connsiteX3-745" fmla="*/ 848533 w 908557"/>
              <a:gd name="connsiteY3-746" fmla="*/ 685878 h 692203"/>
              <a:gd name="connsiteX4-747" fmla="*/ 908064 w 908557"/>
              <a:gd name="connsiteY4-748" fmla="*/ 578722 h 692203"/>
              <a:gd name="connsiteX5-749" fmla="*/ 898539 w 908557"/>
              <a:gd name="connsiteY5-750" fmla="*/ 66753 h 692203"/>
              <a:gd name="connsiteX6-751" fmla="*/ 829482 w 908557"/>
              <a:gd name="connsiteY6-752" fmla="*/ 14365 h 692203"/>
              <a:gd name="connsiteX7-753" fmla="*/ 46051 w 908557"/>
              <a:gd name="connsiteY7-754" fmla="*/ 276303 h 692203"/>
              <a:gd name="connsiteX8-755" fmla="*/ 807 w 908557"/>
              <a:gd name="connsiteY8-756" fmla="*/ 385842 h 692203"/>
              <a:gd name="connsiteX0-757" fmla="*/ 699 w 908449"/>
              <a:gd name="connsiteY0-758" fmla="*/ 385842 h 692203"/>
              <a:gd name="connsiteX1-759" fmla="*/ 699 w 908449"/>
              <a:gd name="connsiteY1-760" fmla="*/ 595390 h 692203"/>
              <a:gd name="connsiteX2-761" fmla="*/ 112618 w 908449"/>
              <a:gd name="connsiteY2-762" fmla="*/ 690641 h 692203"/>
              <a:gd name="connsiteX3-763" fmla="*/ 848425 w 908449"/>
              <a:gd name="connsiteY3-764" fmla="*/ 685878 h 692203"/>
              <a:gd name="connsiteX4-765" fmla="*/ 907956 w 908449"/>
              <a:gd name="connsiteY4-766" fmla="*/ 578722 h 692203"/>
              <a:gd name="connsiteX5-767" fmla="*/ 898431 w 908449"/>
              <a:gd name="connsiteY5-768" fmla="*/ 66753 h 692203"/>
              <a:gd name="connsiteX6-769" fmla="*/ 829374 w 908449"/>
              <a:gd name="connsiteY6-770" fmla="*/ 14365 h 692203"/>
              <a:gd name="connsiteX7-771" fmla="*/ 45943 w 908449"/>
              <a:gd name="connsiteY7-772" fmla="*/ 276303 h 692203"/>
              <a:gd name="connsiteX8-773" fmla="*/ 699 w 908449"/>
              <a:gd name="connsiteY8-774" fmla="*/ 385842 h 692203"/>
              <a:gd name="connsiteX0-775" fmla="*/ 699 w 911004"/>
              <a:gd name="connsiteY0-776" fmla="*/ 385842 h 692203"/>
              <a:gd name="connsiteX1-777" fmla="*/ 699 w 911004"/>
              <a:gd name="connsiteY1-778" fmla="*/ 595390 h 692203"/>
              <a:gd name="connsiteX2-779" fmla="*/ 112618 w 911004"/>
              <a:gd name="connsiteY2-780" fmla="*/ 690641 h 692203"/>
              <a:gd name="connsiteX3-781" fmla="*/ 848425 w 911004"/>
              <a:gd name="connsiteY3-782" fmla="*/ 685878 h 692203"/>
              <a:gd name="connsiteX4-783" fmla="*/ 907956 w 911004"/>
              <a:gd name="connsiteY4-784" fmla="*/ 578722 h 692203"/>
              <a:gd name="connsiteX5-785" fmla="*/ 910534 w 911004"/>
              <a:gd name="connsiteY5-786" fmla="*/ 66753 h 692203"/>
              <a:gd name="connsiteX6-787" fmla="*/ 829374 w 911004"/>
              <a:gd name="connsiteY6-788" fmla="*/ 14365 h 692203"/>
              <a:gd name="connsiteX7-789" fmla="*/ 45943 w 911004"/>
              <a:gd name="connsiteY7-790" fmla="*/ 276303 h 692203"/>
              <a:gd name="connsiteX8-791" fmla="*/ 699 w 911004"/>
              <a:gd name="connsiteY8-792" fmla="*/ 385842 h 692203"/>
              <a:gd name="connsiteX0-793" fmla="*/ 699 w 911004"/>
              <a:gd name="connsiteY0-794" fmla="*/ 385842 h 692203"/>
              <a:gd name="connsiteX1-795" fmla="*/ 699 w 911004"/>
              <a:gd name="connsiteY1-796" fmla="*/ 595390 h 692203"/>
              <a:gd name="connsiteX2-797" fmla="*/ 112618 w 911004"/>
              <a:gd name="connsiteY2-798" fmla="*/ 690641 h 692203"/>
              <a:gd name="connsiteX3-799" fmla="*/ 848425 w 911004"/>
              <a:gd name="connsiteY3-800" fmla="*/ 685878 h 692203"/>
              <a:gd name="connsiteX4-801" fmla="*/ 907956 w 911004"/>
              <a:gd name="connsiteY4-802" fmla="*/ 578722 h 692203"/>
              <a:gd name="connsiteX5-803" fmla="*/ 910534 w 911004"/>
              <a:gd name="connsiteY5-804" fmla="*/ 66753 h 692203"/>
              <a:gd name="connsiteX6-805" fmla="*/ 829374 w 911004"/>
              <a:gd name="connsiteY6-806" fmla="*/ 14365 h 692203"/>
              <a:gd name="connsiteX7-807" fmla="*/ 45943 w 911004"/>
              <a:gd name="connsiteY7-808" fmla="*/ 276303 h 692203"/>
              <a:gd name="connsiteX8-809" fmla="*/ 699 w 911004"/>
              <a:gd name="connsiteY8-810" fmla="*/ 385842 h 692203"/>
              <a:gd name="connsiteX0-811" fmla="*/ 699 w 911004"/>
              <a:gd name="connsiteY0-812" fmla="*/ 385842 h 692203"/>
              <a:gd name="connsiteX1-813" fmla="*/ 699 w 911004"/>
              <a:gd name="connsiteY1-814" fmla="*/ 595390 h 692203"/>
              <a:gd name="connsiteX2-815" fmla="*/ 112618 w 911004"/>
              <a:gd name="connsiteY2-816" fmla="*/ 690641 h 692203"/>
              <a:gd name="connsiteX3-817" fmla="*/ 848425 w 911004"/>
              <a:gd name="connsiteY3-818" fmla="*/ 685878 h 692203"/>
              <a:gd name="connsiteX4-819" fmla="*/ 907956 w 911004"/>
              <a:gd name="connsiteY4-820" fmla="*/ 578722 h 692203"/>
              <a:gd name="connsiteX5-821" fmla="*/ 910534 w 911004"/>
              <a:gd name="connsiteY5-822" fmla="*/ 66753 h 692203"/>
              <a:gd name="connsiteX6-823" fmla="*/ 829374 w 911004"/>
              <a:gd name="connsiteY6-824" fmla="*/ 14365 h 692203"/>
              <a:gd name="connsiteX7-825" fmla="*/ 45943 w 911004"/>
              <a:gd name="connsiteY7-826" fmla="*/ 276303 h 692203"/>
              <a:gd name="connsiteX8-827" fmla="*/ 699 w 911004"/>
              <a:gd name="connsiteY8-828" fmla="*/ 385842 h 692203"/>
              <a:gd name="connsiteX0-829" fmla="*/ 699 w 910534"/>
              <a:gd name="connsiteY0-830" fmla="*/ 386399 h 692760"/>
              <a:gd name="connsiteX1-831" fmla="*/ 699 w 910534"/>
              <a:gd name="connsiteY1-832" fmla="*/ 595947 h 692760"/>
              <a:gd name="connsiteX2-833" fmla="*/ 112618 w 910534"/>
              <a:gd name="connsiteY2-834" fmla="*/ 691198 h 692760"/>
              <a:gd name="connsiteX3-835" fmla="*/ 848425 w 910534"/>
              <a:gd name="connsiteY3-836" fmla="*/ 686435 h 692760"/>
              <a:gd name="connsiteX4-837" fmla="*/ 907956 w 910534"/>
              <a:gd name="connsiteY4-838" fmla="*/ 579279 h 692760"/>
              <a:gd name="connsiteX5-839" fmla="*/ 910534 w 910534"/>
              <a:gd name="connsiteY5-840" fmla="*/ 67310 h 692760"/>
              <a:gd name="connsiteX6-841" fmla="*/ 829374 w 910534"/>
              <a:gd name="connsiteY6-842" fmla="*/ 14922 h 692760"/>
              <a:gd name="connsiteX7-843" fmla="*/ 45943 w 910534"/>
              <a:gd name="connsiteY7-844" fmla="*/ 276860 h 692760"/>
              <a:gd name="connsiteX8-845" fmla="*/ 699 w 910534"/>
              <a:gd name="connsiteY8-846" fmla="*/ 386399 h 692760"/>
              <a:gd name="connsiteX0-847" fmla="*/ 699 w 910534"/>
              <a:gd name="connsiteY0-848" fmla="*/ 384791 h 691152"/>
              <a:gd name="connsiteX1-849" fmla="*/ 699 w 910534"/>
              <a:gd name="connsiteY1-850" fmla="*/ 594339 h 691152"/>
              <a:gd name="connsiteX2-851" fmla="*/ 112618 w 910534"/>
              <a:gd name="connsiteY2-852" fmla="*/ 689590 h 691152"/>
              <a:gd name="connsiteX3-853" fmla="*/ 848425 w 910534"/>
              <a:gd name="connsiteY3-854" fmla="*/ 684827 h 691152"/>
              <a:gd name="connsiteX4-855" fmla="*/ 907956 w 910534"/>
              <a:gd name="connsiteY4-856" fmla="*/ 577671 h 691152"/>
              <a:gd name="connsiteX5-857" fmla="*/ 910534 w 910534"/>
              <a:gd name="connsiteY5-858" fmla="*/ 65702 h 691152"/>
              <a:gd name="connsiteX6-859" fmla="*/ 829374 w 910534"/>
              <a:gd name="connsiteY6-860" fmla="*/ 13314 h 691152"/>
              <a:gd name="connsiteX7-861" fmla="*/ 45943 w 910534"/>
              <a:gd name="connsiteY7-862" fmla="*/ 275252 h 691152"/>
              <a:gd name="connsiteX8-863" fmla="*/ 699 w 910534"/>
              <a:gd name="connsiteY8-864" fmla="*/ 384791 h 691152"/>
              <a:gd name="connsiteX0-865" fmla="*/ 699 w 910534"/>
              <a:gd name="connsiteY0-866" fmla="*/ 384791 h 691152"/>
              <a:gd name="connsiteX1-867" fmla="*/ 699 w 910534"/>
              <a:gd name="connsiteY1-868" fmla="*/ 594339 h 691152"/>
              <a:gd name="connsiteX2-869" fmla="*/ 112618 w 910534"/>
              <a:gd name="connsiteY2-870" fmla="*/ 689590 h 691152"/>
              <a:gd name="connsiteX3-871" fmla="*/ 848425 w 910534"/>
              <a:gd name="connsiteY3-872" fmla="*/ 684827 h 691152"/>
              <a:gd name="connsiteX4-873" fmla="*/ 907956 w 910534"/>
              <a:gd name="connsiteY4-874" fmla="*/ 577671 h 691152"/>
              <a:gd name="connsiteX5-875" fmla="*/ 910534 w 910534"/>
              <a:gd name="connsiteY5-876" fmla="*/ 65702 h 691152"/>
              <a:gd name="connsiteX6-877" fmla="*/ 829374 w 910534"/>
              <a:gd name="connsiteY6-878" fmla="*/ 13314 h 691152"/>
              <a:gd name="connsiteX7-879" fmla="*/ 45943 w 910534"/>
              <a:gd name="connsiteY7-880" fmla="*/ 275252 h 691152"/>
              <a:gd name="connsiteX8-881" fmla="*/ 699 w 910534"/>
              <a:gd name="connsiteY8-882" fmla="*/ 384791 h 691152"/>
              <a:gd name="connsiteX0-883" fmla="*/ 264 w 910099"/>
              <a:gd name="connsiteY0-884" fmla="*/ 384791 h 691326"/>
              <a:gd name="connsiteX1-885" fmla="*/ 264 w 910099"/>
              <a:gd name="connsiteY1-886" fmla="*/ 594339 h 691326"/>
              <a:gd name="connsiteX2-887" fmla="*/ 112183 w 910099"/>
              <a:gd name="connsiteY2-888" fmla="*/ 689590 h 691326"/>
              <a:gd name="connsiteX3-889" fmla="*/ 847990 w 910099"/>
              <a:gd name="connsiteY3-890" fmla="*/ 684827 h 691326"/>
              <a:gd name="connsiteX4-891" fmla="*/ 907521 w 910099"/>
              <a:gd name="connsiteY4-892" fmla="*/ 577671 h 691326"/>
              <a:gd name="connsiteX5-893" fmla="*/ 910099 w 910099"/>
              <a:gd name="connsiteY5-894" fmla="*/ 65702 h 691326"/>
              <a:gd name="connsiteX6-895" fmla="*/ 828939 w 910099"/>
              <a:gd name="connsiteY6-896" fmla="*/ 13314 h 691326"/>
              <a:gd name="connsiteX7-897" fmla="*/ 45508 w 910099"/>
              <a:gd name="connsiteY7-898" fmla="*/ 275252 h 691326"/>
              <a:gd name="connsiteX8-899" fmla="*/ 264 w 910099"/>
              <a:gd name="connsiteY8-900" fmla="*/ 384791 h 691326"/>
              <a:gd name="connsiteX0-901" fmla="*/ 0 w 909835"/>
              <a:gd name="connsiteY0-902" fmla="*/ 384791 h 691326"/>
              <a:gd name="connsiteX1-903" fmla="*/ 0 w 909835"/>
              <a:gd name="connsiteY1-904" fmla="*/ 594339 h 691326"/>
              <a:gd name="connsiteX2-905" fmla="*/ 111919 w 909835"/>
              <a:gd name="connsiteY2-906" fmla="*/ 689590 h 691326"/>
              <a:gd name="connsiteX3-907" fmla="*/ 847726 w 909835"/>
              <a:gd name="connsiteY3-908" fmla="*/ 684827 h 691326"/>
              <a:gd name="connsiteX4-909" fmla="*/ 907257 w 909835"/>
              <a:gd name="connsiteY4-910" fmla="*/ 577671 h 691326"/>
              <a:gd name="connsiteX5-911" fmla="*/ 909835 w 909835"/>
              <a:gd name="connsiteY5-912" fmla="*/ 65702 h 691326"/>
              <a:gd name="connsiteX6-913" fmla="*/ 828675 w 909835"/>
              <a:gd name="connsiteY6-914" fmla="*/ 13314 h 691326"/>
              <a:gd name="connsiteX7-915" fmla="*/ 45244 w 909835"/>
              <a:gd name="connsiteY7-916" fmla="*/ 275252 h 691326"/>
              <a:gd name="connsiteX8-917" fmla="*/ 0 w 909835"/>
              <a:gd name="connsiteY8-918" fmla="*/ 384791 h 691326"/>
              <a:gd name="connsiteX0-919" fmla="*/ 0 w 909835"/>
              <a:gd name="connsiteY0-920" fmla="*/ 384791 h 691326"/>
              <a:gd name="connsiteX1-921" fmla="*/ 0 w 909835"/>
              <a:gd name="connsiteY1-922" fmla="*/ 594339 h 691326"/>
              <a:gd name="connsiteX2-923" fmla="*/ 111919 w 909835"/>
              <a:gd name="connsiteY2-924" fmla="*/ 689590 h 691326"/>
              <a:gd name="connsiteX3-925" fmla="*/ 847726 w 909835"/>
              <a:gd name="connsiteY3-926" fmla="*/ 684827 h 691326"/>
              <a:gd name="connsiteX4-927" fmla="*/ 907257 w 909835"/>
              <a:gd name="connsiteY4-928" fmla="*/ 577671 h 691326"/>
              <a:gd name="connsiteX5-929" fmla="*/ 909835 w 909835"/>
              <a:gd name="connsiteY5-930" fmla="*/ 65702 h 691326"/>
              <a:gd name="connsiteX6-931" fmla="*/ 828675 w 909835"/>
              <a:gd name="connsiteY6-932" fmla="*/ 13314 h 691326"/>
              <a:gd name="connsiteX7-933" fmla="*/ 45244 w 909835"/>
              <a:gd name="connsiteY7-934" fmla="*/ 275252 h 691326"/>
              <a:gd name="connsiteX8-935" fmla="*/ 0 w 909835"/>
              <a:gd name="connsiteY8-936" fmla="*/ 384791 h 691326"/>
              <a:gd name="connsiteX0-937" fmla="*/ 365 w 910200"/>
              <a:gd name="connsiteY0-938" fmla="*/ 384791 h 691326"/>
              <a:gd name="connsiteX1-939" fmla="*/ 365 w 910200"/>
              <a:gd name="connsiteY1-940" fmla="*/ 594339 h 691326"/>
              <a:gd name="connsiteX2-941" fmla="*/ 112284 w 910200"/>
              <a:gd name="connsiteY2-942" fmla="*/ 689590 h 691326"/>
              <a:gd name="connsiteX3-943" fmla="*/ 848091 w 910200"/>
              <a:gd name="connsiteY3-944" fmla="*/ 684827 h 691326"/>
              <a:gd name="connsiteX4-945" fmla="*/ 907622 w 910200"/>
              <a:gd name="connsiteY4-946" fmla="*/ 577671 h 691326"/>
              <a:gd name="connsiteX5-947" fmla="*/ 910200 w 910200"/>
              <a:gd name="connsiteY5-948" fmla="*/ 65702 h 691326"/>
              <a:gd name="connsiteX6-949" fmla="*/ 829040 w 910200"/>
              <a:gd name="connsiteY6-950" fmla="*/ 13314 h 691326"/>
              <a:gd name="connsiteX7-951" fmla="*/ 45609 w 910200"/>
              <a:gd name="connsiteY7-952" fmla="*/ 275252 h 691326"/>
              <a:gd name="connsiteX8-953" fmla="*/ 365 w 910200"/>
              <a:gd name="connsiteY8-954" fmla="*/ 384791 h 691326"/>
              <a:gd name="connsiteX0-955" fmla="*/ 0 w 909835"/>
              <a:gd name="connsiteY0-956" fmla="*/ 384791 h 691326"/>
              <a:gd name="connsiteX1-957" fmla="*/ 0 w 909835"/>
              <a:gd name="connsiteY1-958" fmla="*/ 594339 h 691326"/>
              <a:gd name="connsiteX2-959" fmla="*/ 111919 w 909835"/>
              <a:gd name="connsiteY2-960" fmla="*/ 689590 h 691326"/>
              <a:gd name="connsiteX3-961" fmla="*/ 847726 w 909835"/>
              <a:gd name="connsiteY3-962" fmla="*/ 684827 h 691326"/>
              <a:gd name="connsiteX4-963" fmla="*/ 907257 w 909835"/>
              <a:gd name="connsiteY4-964" fmla="*/ 577671 h 691326"/>
              <a:gd name="connsiteX5-965" fmla="*/ 909835 w 909835"/>
              <a:gd name="connsiteY5-966" fmla="*/ 65702 h 691326"/>
              <a:gd name="connsiteX6-967" fmla="*/ 828675 w 909835"/>
              <a:gd name="connsiteY6-968" fmla="*/ 13314 h 691326"/>
              <a:gd name="connsiteX7-969" fmla="*/ 45244 w 909835"/>
              <a:gd name="connsiteY7-970" fmla="*/ 275252 h 691326"/>
              <a:gd name="connsiteX8-971" fmla="*/ 0 w 909835"/>
              <a:gd name="connsiteY8-972" fmla="*/ 384791 h 691326"/>
              <a:gd name="connsiteX0-973" fmla="*/ 0 w 909835"/>
              <a:gd name="connsiteY0-974" fmla="*/ 384791 h 688231"/>
              <a:gd name="connsiteX1-975" fmla="*/ 0 w 909835"/>
              <a:gd name="connsiteY1-976" fmla="*/ 594339 h 688231"/>
              <a:gd name="connsiteX2-977" fmla="*/ 61184 w 909835"/>
              <a:gd name="connsiteY2-978" fmla="*/ 685911 h 688231"/>
              <a:gd name="connsiteX3-979" fmla="*/ 847726 w 909835"/>
              <a:gd name="connsiteY3-980" fmla="*/ 684827 h 688231"/>
              <a:gd name="connsiteX4-981" fmla="*/ 907257 w 909835"/>
              <a:gd name="connsiteY4-982" fmla="*/ 577671 h 688231"/>
              <a:gd name="connsiteX5-983" fmla="*/ 909835 w 909835"/>
              <a:gd name="connsiteY5-984" fmla="*/ 65702 h 688231"/>
              <a:gd name="connsiteX6-985" fmla="*/ 828675 w 909835"/>
              <a:gd name="connsiteY6-986" fmla="*/ 13314 h 688231"/>
              <a:gd name="connsiteX7-987" fmla="*/ 45244 w 909835"/>
              <a:gd name="connsiteY7-988" fmla="*/ 275252 h 688231"/>
              <a:gd name="connsiteX8-989" fmla="*/ 0 w 909835"/>
              <a:gd name="connsiteY8-990" fmla="*/ 384791 h 688231"/>
              <a:gd name="connsiteX0-991" fmla="*/ 0 w 909835"/>
              <a:gd name="connsiteY0-992" fmla="*/ 384791 h 685911"/>
              <a:gd name="connsiteX1-993" fmla="*/ 0 w 909835"/>
              <a:gd name="connsiteY1-994" fmla="*/ 594339 h 685911"/>
              <a:gd name="connsiteX2-995" fmla="*/ 61184 w 909835"/>
              <a:gd name="connsiteY2-996" fmla="*/ 685911 h 685911"/>
              <a:gd name="connsiteX3-997" fmla="*/ 847726 w 909835"/>
              <a:gd name="connsiteY3-998" fmla="*/ 684827 h 685911"/>
              <a:gd name="connsiteX4-999" fmla="*/ 907257 w 909835"/>
              <a:gd name="connsiteY4-1000" fmla="*/ 577671 h 685911"/>
              <a:gd name="connsiteX5-1001" fmla="*/ 909835 w 909835"/>
              <a:gd name="connsiteY5-1002" fmla="*/ 65702 h 685911"/>
              <a:gd name="connsiteX6-1003" fmla="*/ 828675 w 909835"/>
              <a:gd name="connsiteY6-1004" fmla="*/ 13314 h 685911"/>
              <a:gd name="connsiteX7-1005" fmla="*/ 45244 w 909835"/>
              <a:gd name="connsiteY7-1006" fmla="*/ 275252 h 685911"/>
              <a:gd name="connsiteX8-1007" fmla="*/ 0 w 909835"/>
              <a:gd name="connsiteY8-1008" fmla="*/ 384791 h 685911"/>
              <a:gd name="connsiteX0-1009" fmla="*/ 1990 w 911825"/>
              <a:gd name="connsiteY0-1010" fmla="*/ 384791 h 685911"/>
              <a:gd name="connsiteX1-1011" fmla="*/ 1990 w 911825"/>
              <a:gd name="connsiteY1-1012" fmla="*/ 594339 h 685911"/>
              <a:gd name="connsiteX2-1013" fmla="*/ 63174 w 911825"/>
              <a:gd name="connsiteY2-1014" fmla="*/ 685911 h 685911"/>
              <a:gd name="connsiteX3-1015" fmla="*/ 849716 w 911825"/>
              <a:gd name="connsiteY3-1016" fmla="*/ 684827 h 685911"/>
              <a:gd name="connsiteX4-1017" fmla="*/ 909247 w 911825"/>
              <a:gd name="connsiteY4-1018" fmla="*/ 577671 h 685911"/>
              <a:gd name="connsiteX5-1019" fmla="*/ 911825 w 911825"/>
              <a:gd name="connsiteY5-1020" fmla="*/ 65702 h 685911"/>
              <a:gd name="connsiteX6-1021" fmla="*/ 830665 w 911825"/>
              <a:gd name="connsiteY6-1022" fmla="*/ 13314 h 685911"/>
              <a:gd name="connsiteX7-1023" fmla="*/ 35396 w 911825"/>
              <a:gd name="connsiteY7-1024" fmla="*/ 282118 h 685911"/>
              <a:gd name="connsiteX8-1025" fmla="*/ 1990 w 911825"/>
              <a:gd name="connsiteY8-1026" fmla="*/ 384791 h 685911"/>
              <a:gd name="connsiteX0-1027" fmla="*/ 0 w 909835"/>
              <a:gd name="connsiteY0-1028" fmla="*/ 384791 h 685911"/>
              <a:gd name="connsiteX1-1029" fmla="*/ 0 w 909835"/>
              <a:gd name="connsiteY1-1030" fmla="*/ 594339 h 685911"/>
              <a:gd name="connsiteX2-1031" fmla="*/ 61184 w 909835"/>
              <a:gd name="connsiteY2-1032" fmla="*/ 685911 h 685911"/>
              <a:gd name="connsiteX3-1033" fmla="*/ 847726 w 909835"/>
              <a:gd name="connsiteY3-1034" fmla="*/ 684827 h 685911"/>
              <a:gd name="connsiteX4-1035" fmla="*/ 907257 w 909835"/>
              <a:gd name="connsiteY4-1036" fmla="*/ 577671 h 685911"/>
              <a:gd name="connsiteX5-1037" fmla="*/ 909835 w 909835"/>
              <a:gd name="connsiteY5-1038" fmla="*/ 65702 h 685911"/>
              <a:gd name="connsiteX6-1039" fmla="*/ 828675 w 909835"/>
              <a:gd name="connsiteY6-1040" fmla="*/ 13314 h 685911"/>
              <a:gd name="connsiteX7-1041" fmla="*/ 33406 w 909835"/>
              <a:gd name="connsiteY7-1042" fmla="*/ 282118 h 685911"/>
              <a:gd name="connsiteX8-1043" fmla="*/ 0 w 909835"/>
              <a:gd name="connsiteY8-1044" fmla="*/ 384791 h 685911"/>
              <a:gd name="connsiteX0-1045" fmla="*/ 0 w 909835"/>
              <a:gd name="connsiteY0-1046" fmla="*/ 388112 h 689232"/>
              <a:gd name="connsiteX1-1047" fmla="*/ 0 w 909835"/>
              <a:gd name="connsiteY1-1048" fmla="*/ 597660 h 689232"/>
              <a:gd name="connsiteX2-1049" fmla="*/ 61184 w 909835"/>
              <a:gd name="connsiteY2-1050" fmla="*/ 689232 h 689232"/>
              <a:gd name="connsiteX3-1051" fmla="*/ 847726 w 909835"/>
              <a:gd name="connsiteY3-1052" fmla="*/ 688148 h 689232"/>
              <a:gd name="connsiteX4-1053" fmla="*/ 907257 w 909835"/>
              <a:gd name="connsiteY4-1054" fmla="*/ 580992 h 689232"/>
              <a:gd name="connsiteX5-1055" fmla="*/ 909835 w 909835"/>
              <a:gd name="connsiteY5-1056" fmla="*/ 69023 h 689232"/>
              <a:gd name="connsiteX6-1057" fmla="*/ 851612 w 909835"/>
              <a:gd name="connsiteY6-1058" fmla="*/ 11485 h 689232"/>
              <a:gd name="connsiteX7-1059" fmla="*/ 33406 w 909835"/>
              <a:gd name="connsiteY7-1060" fmla="*/ 285439 h 689232"/>
              <a:gd name="connsiteX8-1061" fmla="*/ 0 w 909835"/>
              <a:gd name="connsiteY8-1062" fmla="*/ 388112 h 689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09835" h="689232">
                <a:moveTo>
                  <a:pt x="0" y="388112"/>
                </a:moveTo>
                <a:lnTo>
                  <a:pt x="0" y="597660"/>
                </a:lnTo>
                <a:cubicBezTo>
                  <a:pt x="314" y="708613"/>
                  <a:pt x="1707" y="683031"/>
                  <a:pt x="61184" y="689232"/>
                </a:cubicBezTo>
                <a:lnTo>
                  <a:pt x="847726" y="688148"/>
                </a:lnTo>
                <a:cubicBezTo>
                  <a:pt x="914024" y="696683"/>
                  <a:pt x="907077" y="646519"/>
                  <a:pt x="907257" y="580992"/>
                </a:cubicBezTo>
                <a:cubicBezTo>
                  <a:pt x="908116" y="410336"/>
                  <a:pt x="908976" y="239679"/>
                  <a:pt x="909835" y="69023"/>
                </a:cubicBezTo>
                <a:cubicBezTo>
                  <a:pt x="909889" y="-19382"/>
                  <a:pt x="896982" y="-2998"/>
                  <a:pt x="851612" y="11485"/>
                </a:cubicBezTo>
                <a:lnTo>
                  <a:pt x="33406" y="285439"/>
                </a:lnTo>
                <a:cubicBezTo>
                  <a:pt x="-5008" y="299234"/>
                  <a:pt x="701" y="316090"/>
                  <a:pt x="0" y="388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 userDrawn="1"/>
        </p:nvSpPr>
        <p:spPr>
          <a:xfrm>
            <a:off x="4730750" y="1217017"/>
            <a:ext cx="6781800" cy="2192335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-1" fmla="*/ 0 w 902120"/>
              <a:gd name="connsiteY0-2" fmla="*/ 321495 h 678683"/>
              <a:gd name="connsiteX1-3" fmla="*/ 0 w 902120"/>
              <a:gd name="connsiteY1-4" fmla="*/ 614389 h 678683"/>
              <a:gd name="connsiteX2-5" fmla="*/ 54769 w 902120"/>
              <a:gd name="connsiteY2-6" fmla="*/ 678683 h 678683"/>
              <a:gd name="connsiteX3-7" fmla="*/ 840582 w 902120"/>
              <a:gd name="connsiteY3-8" fmla="*/ 678683 h 678683"/>
              <a:gd name="connsiteX4-9" fmla="*/ 897732 w 902120"/>
              <a:gd name="connsiteY4-10" fmla="*/ 621533 h 678683"/>
              <a:gd name="connsiteX5-11" fmla="*/ 897732 w 902120"/>
              <a:gd name="connsiteY5-12" fmla="*/ 59558 h 678683"/>
              <a:gd name="connsiteX6-13" fmla="*/ 828675 w 902120"/>
              <a:gd name="connsiteY6-14" fmla="*/ 7170 h 678683"/>
              <a:gd name="connsiteX7-15" fmla="*/ 45244 w 902120"/>
              <a:gd name="connsiteY7-16" fmla="*/ 269108 h 678683"/>
              <a:gd name="connsiteX8-17" fmla="*/ 0 w 902120"/>
              <a:gd name="connsiteY8-18" fmla="*/ 321495 h 678683"/>
              <a:gd name="connsiteX0-19" fmla="*/ 0 w 903259"/>
              <a:gd name="connsiteY0-20" fmla="*/ 334803 h 691991"/>
              <a:gd name="connsiteX1-21" fmla="*/ 0 w 903259"/>
              <a:gd name="connsiteY1-22" fmla="*/ 627697 h 691991"/>
              <a:gd name="connsiteX2-23" fmla="*/ 54769 w 903259"/>
              <a:gd name="connsiteY2-24" fmla="*/ 691991 h 691991"/>
              <a:gd name="connsiteX3-25" fmla="*/ 840582 w 903259"/>
              <a:gd name="connsiteY3-26" fmla="*/ 691991 h 691991"/>
              <a:gd name="connsiteX4-27" fmla="*/ 897732 w 903259"/>
              <a:gd name="connsiteY4-28" fmla="*/ 634841 h 691991"/>
              <a:gd name="connsiteX5-29" fmla="*/ 897732 w 903259"/>
              <a:gd name="connsiteY5-30" fmla="*/ 72866 h 691991"/>
              <a:gd name="connsiteX6-31" fmla="*/ 828675 w 903259"/>
              <a:gd name="connsiteY6-32" fmla="*/ 20478 h 691991"/>
              <a:gd name="connsiteX7-33" fmla="*/ 45244 w 903259"/>
              <a:gd name="connsiteY7-34" fmla="*/ 282416 h 691991"/>
              <a:gd name="connsiteX8-35" fmla="*/ 0 w 903259"/>
              <a:gd name="connsiteY8-36" fmla="*/ 334803 h 691991"/>
              <a:gd name="connsiteX0-37" fmla="*/ 0 w 902430"/>
              <a:gd name="connsiteY0-38" fmla="*/ 326084 h 683272"/>
              <a:gd name="connsiteX1-39" fmla="*/ 0 w 902430"/>
              <a:gd name="connsiteY1-40" fmla="*/ 618978 h 683272"/>
              <a:gd name="connsiteX2-41" fmla="*/ 54769 w 902430"/>
              <a:gd name="connsiteY2-42" fmla="*/ 683272 h 683272"/>
              <a:gd name="connsiteX3-43" fmla="*/ 840582 w 902430"/>
              <a:gd name="connsiteY3-44" fmla="*/ 683272 h 683272"/>
              <a:gd name="connsiteX4-45" fmla="*/ 897732 w 902430"/>
              <a:gd name="connsiteY4-46" fmla="*/ 626122 h 683272"/>
              <a:gd name="connsiteX5-47" fmla="*/ 897732 w 902430"/>
              <a:gd name="connsiteY5-48" fmla="*/ 64147 h 683272"/>
              <a:gd name="connsiteX6-49" fmla="*/ 828675 w 902430"/>
              <a:gd name="connsiteY6-50" fmla="*/ 11759 h 683272"/>
              <a:gd name="connsiteX7-51" fmla="*/ 45244 w 902430"/>
              <a:gd name="connsiteY7-52" fmla="*/ 273697 h 683272"/>
              <a:gd name="connsiteX8-53" fmla="*/ 0 w 902430"/>
              <a:gd name="connsiteY8-54" fmla="*/ 326084 h 683272"/>
              <a:gd name="connsiteX0-55" fmla="*/ 0 w 898864"/>
              <a:gd name="connsiteY0-56" fmla="*/ 327341 h 684529"/>
              <a:gd name="connsiteX1-57" fmla="*/ 0 w 898864"/>
              <a:gd name="connsiteY1-58" fmla="*/ 620235 h 684529"/>
              <a:gd name="connsiteX2-59" fmla="*/ 54769 w 898864"/>
              <a:gd name="connsiteY2-60" fmla="*/ 684529 h 684529"/>
              <a:gd name="connsiteX3-61" fmla="*/ 840582 w 898864"/>
              <a:gd name="connsiteY3-62" fmla="*/ 684529 h 684529"/>
              <a:gd name="connsiteX4-63" fmla="*/ 897732 w 898864"/>
              <a:gd name="connsiteY4-64" fmla="*/ 627379 h 684529"/>
              <a:gd name="connsiteX5-65" fmla="*/ 897732 w 898864"/>
              <a:gd name="connsiteY5-66" fmla="*/ 65404 h 684529"/>
              <a:gd name="connsiteX6-67" fmla="*/ 828675 w 898864"/>
              <a:gd name="connsiteY6-68" fmla="*/ 13016 h 684529"/>
              <a:gd name="connsiteX7-69" fmla="*/ 45244 w 898864"/>
              <a:gd name="connsiteY7-70" fmla="*/ 274954 h 684529"/>
              <a:gd name="connsiteX8-71" fmla="*/ 0 w 898864"/>
              <a:gd name="connsiteY8-72" fmla="*/ 327341 h 684529"/>
              <a:gd name="connsiteX0-73" fmla="*/ 0 w 900862"/>
              <a:gd name="connsiteY0-74" fmla="*/ 327341 h 684529"/>
              <a:gd name="connsiteX1-75" fmla="*/ 0 w 900862"/>
              <a:gd name="connsiteY1-76" fmla="*/ 620235 h 684529"/>
              <a:gd name="connsiteX2-77" fmla="*/ 54769 w 900862"/>
              <a:gd name="connsiteY2-78" fmla="*/ 684529 h 684529"/>
              <a:gd name="connsiteX3-79" fmla="*/ 840582 w 900862"/>
              <a:gd name="connsiteY3-80" fmla="*/ 684529 h 684529"/>
              <a:gd name="connsiteX4-81" fmla="*/ 897732 w 900862"/>
              <a:gd name="connsiteY4-82" fmla="*/ 627379 h 684529"/>
              <a:gd name="connsiteX5-83" fmla="*/ 897732 w 900862"/>
              <a:gd name="connsiteY5-84" fmla="*/ 65404 h 684529"/>
              <a:gd name="connsiteX6-85" fmla="*/ 828675 w 900862"/>
              <a:gd name="connsiteY6-86" fmla="*/ 13016 h 684529"/>
              <a:gd name="connsiteX7-87" fmla="*/ 45244 w 900862"/>
              <a:gd name="connsiteY7-88" fmla="*/ 274954 h 684529"/>
              <a:gd name="connsiteX8-89" fmla="*/ 0 w 900862"/>
              <a:gd name="connsiteY8-90" fmla="*/ 327341 h 684529"/>
              <a:gd name="connsiteX0-91" fmla="*/ 0 w 900862"/>
              <a:gd name="connsiteY0-92" fmla="*/ 327341 h 684529"/>
              <a:gd name="connsiteX1-93" fmla="*/ 0 w 900862"/>
              <a:gd name="connsiteY1-94" fmla="*/ 620235 h 684529"/>
              <a:gd name="connsiteX2-95" fmla="*/ 54769 w 900862"/>
              <a:gd name="connsiteY2-96" fmla="*/ 684529 h 684529"/>
              <a:gd name="connsiteX3-97" fmla="*/ 840582 w 900862"/>
              <a:gd name="connsiteY3-98" fmla="*/ 684529 h 684529"/>
              <a:gd name="connsiteX4-99" fmla="*/ 897732 w 900862"/>
              <a:gd name="connsiteY4-100" fmla="*/ 627379 h 684529"/>
              <a:gd name="connsiteX5-101" fmla="*/ 897732 w 900862"/>
              <a:gd name="connsiteY5-102" fmla="*/ 65404 h 684529"/>
              <a:gd name="connsiteX6-103" fmla="*/ 828675 w 900862"/>
              <a:gd name="connsiteY6-104" fmla="*/ 13016 h 684529"/>
              <a:gd name="connsiteX7-105" fmla="*/ 45244 w 900862"/>
              <a:gd name="connsiteY7-106" fmla="*/ 274954 h 684529"/>
              <a:gd name="connsiteX8-107" fmla="*/ 0 w 900862"/>
              <a:gd name="connsiteY8-108" fmla="*/ 327341 h 684529"/>
              <a:gd name="connsiteX0-109" fmla="*/ 1654 w 902516"/>
              <a:gd name="connsiteY0-110" fmla="*/ 327341 h 684529"/>
              <a:gd name="connsiteX1-111" fmla="*/ 1654 w 902516"/>
              <a:gd name="connsiteY1-112" fmla="*/ 620235 h 684529"/>
              <a:gd name="connsiteX2-113" fmla="*/ 56423 w 902516"/>
              <a:gd name="connsiteY2-114" fmla="*/ 684529 h 684529"/>
              <a:gd name="connsiteX3-115" fmla="*/ 842236 w 902516"/>
              <a:gd name="connsiteY3-116" fmla="*/ 684529 h 684529"/>
              <a:gd name="connsiteX4-117" fmla="*/ 899386 w 902516"/>
              <a:gd name="connsiteY4-118" fmla="*/ 627379 h 684529"/>
              <a:gd name="connsiteX5-119" fmla="*/ 899386 w 902516"/>
              <a:gd name="connsiteY5-120" fmla="*/ 65404 h 684529"/>
              <a:gd name="connsiteX6-121" fmla="*/ 830329 w 902516"/>
              <a:gd name="connsiteY6-122" fmla="*/ 13016 h 684529"/>
              <a:gd name="connsiteX7-123" fmla="*/ 46898 w 902516"/>
              <a:gd name="connsiteY7-124" fmla="*/ 274954 h 684529"/>
              <a:gd name="connsiteX8-125" fmla="*/ 1654 w 902516"/>
              <a:gd name="connsiteY8-126" fmla="*/ 327341 h 684529"/>
              <a:gd name="connsiteX0-127" fmla="*/ 0 w 900862"/>
              <a:gd name="connsiteY0-128" fmla="*/ 327341 h 684529"/>
              <a:gd name="connsiteX1-129" fmla="*/ 0 w 900862"/>
              <a:gd name="connsiteY1-130" fmla="*/ 620235 h 684529"/>
              <a:gd name="connsiteX2-131" fmla="*/ 54769 w 900862"/>
              <a:gd name="connsiteY2-132" fmla="*/ 684529 h 684529"/>
              <a:gd name="connsiteX3-133" fmla="*/ 840582 w 900862"/>
              <a:gd name="connsiteY3-134" fmla="*/ 684529 h 684529"/>
              <a:gd name="connsiteX4-135" fmla="*/ 897732 w 900862"/>
              <a:gd name="connsiteY4-136" fmla="*/ 627379 h 684529"/>
              <a:gd name="connsiteX5-137" fmla="*/ 897732 w 900862"/>
              <a:gd name="connsiteY5-138" fmla="*/ 65404 h 684529"/>
              <a:gd name="connsiteX6-139" fmla="*/ 828675 w 900862"/>
              <a:gd name="connsiteY6-140" fmla="*/ 13016 h 684529"/>
              <a:gd name="connsiteX7-141" fmla="*/ 45244 w 900862"/>
              <a:gd name="connsiteY7-142" fmla="*/ 274954 h 684529"/>
              <a:gd name="connsiteX8-143" fmla="*/ 0 w 900862"/>
              <a:gd name="connsiteY8-144" fmla="*/ 327341 h 684529"/>
              <a:gd name="connsiteX0-145" fmla="*/ 0 w 900862"/>
              <a:gd name="connsiteY0-146" fmla="*/ 327341 h 684529"/>
              <a:gd name="connsiteX1-147" fmla="*/ 0 w 900862"/>
              <a:gd name="connsiteY1-148" fmla="*/ 620235 h 684529"/>
              <a:gd name="connsiteX2-149" fmla="*/ 54769 w 900862"/>
              <a:gd name="connsiteY2-150" fmla="*/ 684529 h 684529"/>
              <a:gd name="connsiteX3-151" fmla="*/ 840582 w 900862"/>
              <a:gd name="connsiteY3-152" fmla="*/ 684529 h 684529"/>
              <a:gd name="connsiteX4-153" fmla="*/ 897732 w 900862"/>
              <a:gd name="connsiteY4-154" fmla="*/ 627379 h 684529"/>
              <a:gd name="connsiteX5-155" fmla="*/ 897732 w 900862"/>
              <a:gd name="connsiteY5-156" fmla="*/ 65404 h 684529"/>
              <a:gd name="connsiteX6-157" fmla="*/ 828675 w 900862"/>
              <a:gd name="connsiteY6-158" fmla="*/ 13016 h 684529"/>
              <a:gd name="connsiteX7-159" fmla="*/ 45244 w 900862"/>
              <a:gd name="connsiteY7-160" fmla="*/ 274954 h 684529"/>
              <a:gd name="connsiteX8-161" fmla="*/ 0 w 900862"/>
              <a:gd name="connsiteY8-162" fmla="*/ 327341 h 684529"/>
              <a:gd name="connsiteX0-163" fmla="*/ 501 w 901363"/>
              <a:gd name="connsiteY0-164" fmla="*/ 327341 h 684529"/>
              <a:gd name="connsiteX1-165" fmla="*/ 501 w 901363"/>
              <a:gd name="connsiteY1-166" fmla="*/ 620235 h 684529"/>
              <a:gd name="connsiteX2-167" fmla="*/ 55270 w 901363"/>
              <a:gd name="connsiteY2-168" fmla="*/ 684529 h 684529"/>
              <a:gd name="connsiteX3-169" fmla="*/ 841083 w 901363"/>
              <a:gd name="connsiteY3-170" fmla="*/ 684529 h 684529"/>
              <a:gd name="connsiteX4-171" fmla="*/ 898233 w 901363"/>
              <a:gd name="connsiteY4-172" fmla="*/ 627379 h 684529"/>
              <a:gd name="connsiteX5-173" fmla="*/ 898233 w 901363"/>
              <a:gd name="connsiteY5-174" fmla="*/ 65404 h 684529"/>
              <a:gd name="connsiteX6-175" fmla="*/ 829176 w 901363"/>
              <a:gd name="connsiteY6-176" fmla="*/ 13016 h 684529"/>
              <a:gd name="connsiteX7-177" fmla="*/ 45745 w 901363"/>
              <a:gd name="connsiteY7-178" fmla="*/ 274954 h 684529"/>
              <a:gd name="connsiteX8-179" fmla="*/ 501 w 901363"/>
              <a:gd name="connsiteY8-180" fmla="*/ 327341 h 684529"/>
              <a:gd name="connsiteX0-181" fmla="*/ 712 w 901574"/>
              <a:gd name="connsiteY0-182" fmla="*/ 327341 h 688517"/>
              <a:gd name="connsiteX1-183" fmla="*/ 712 w 901574"/>
              <a:gd name="connsiteY1-184" fmla="*/ 620235 h 688517"/>
              <a:gd name="connsiteX2-185" fmla="*/ 55481 w 901574"/>
              <a:gd name="connsiteY2-186" fmla="*/ 684529 h 688517"/>
              <a:gd name="connsiteX3-187" fmla="*/ 841294 w 901574"/>
              <a:gd name="connsiteY3-188" fmla="*/ 684529 h 688517"/>
              <a:gd name="connsiteX4-189" fmla="*/ 898444 w 901574"/>
              <a:gd name="connsiteY4-190" fmla="*/ 627379 h 688517"/>
              <a:gd name="connsiteX5-191" fmla="*/ 898444 w 901574"/>
              <a:gd name="connsiteY5-192" fmla="*/ 65404 h 688517"/>
              <a:gd name="connsiteX6-193" fmla="*/ 829387 w 901574"/>
              <a:gd name="connsiteY6-194" fmla="*/ 13016 h 688517"/>
              <a:gd name="connsiteX7-195" fmla="*/ 45956 w 901574"/>
              <a:gd name="connsiteY7-196" fmla="*/ 274954 h 688517"/>
              <a:gd name="connsiteX8-197" fmla="*/ 712 w 901574"/>
              <a:gd name="connsiteY8-198" fmla="*/ 327341 h 688517"/>
              <a:gd name="connsiteX0-199" fmla="*/ 892 w 901754"/>
              <a:gd name="connsiteY0-200" fmla="*/ 327341 h 684529"/>
              <a:gd name="connsiteX1-201" fmla="*/ 892 w 901754"/>
              <a:gd name="connsiteY1-202" fmla="*/ 620235 h 684529"/>
              <a:gd name="connsiteX2-203" fmla="*/ 55661 w 901754"/>
              <a:gd name="connsiteY2-204" fmla="*/ 684529 h 684529"/>
              <a:gd name="connsiteX3-205" fmla="*/ 841474 w 901754"/>
              <a:gd name="connsiteY3-206" fmla="*/ 684529 h 684529"/>
              <a:gd name="connsiteX4-207" fmla="*/ 898624 w 901754"/>
              <a:gd name="connsiteY4-208" fmla="*/ 627379 h 684529"/>
              <a:gd name="connsiteX5-209" fmla="*/ 898624 w 901754"/>
              <a:gd name="connsiteY5-210" fmla="*/ 65404 h 684529"/>
              <a:gd name="connsiteX6-211" fmla="*/ 829567 w 901754"/>
              <a:gd name="connsiteY6-212" fmla="*/ 13016 h 684529"/>
              <a:gd name="connsiteX7-213" fmla="*/ 46136 w 901754"/>
              <a:gd name="connsiteY7-214" fmla="*/ 274954 h 684529"/>
              <a:gd name="connsiteX8-215" fmla="*/ 892 w 901754"/>
              <a:gd name="connsiteY8-216" fmla="*/ 327341 h 684529"/>
              <a:gd name="connsiteX0-217" fmla="*/ 478 w 901340"/>
              <a:gd name="connsiteY0-218" fmla="*/ 327341 h 684529"/>
              <a:gd name="connsiteX1-219" fmla="*/ 478 w 901340"/>
              <a:gd name="connsiteY1-220" fmla="*/ 620235 h 684529"/>
              <a:gd name="connsiteX2-221" fmla="*/ 55247 w 901340"/>
              <a:gd name="connsiteY2-222" fmla="*/ 684529 h 684529"/>
              <a:gd name="connsiteX3-223" fmla="*/ 841060 w 901340"/>
              <a:gd name="connsiteY3-224" fmla="*/ 684529 h 684529"/>
              <a:gd name="connsiteX4-225" fmla="*/ 898210 w 901340"/>
              <a:gd name="connsiteY4-226" fmla="*/ 627379 h 684529"/>
              <a:gd name="connsiteX5-227" fmla="*/ 898210 w 901340"/>
              <a:gd name="connsiteY5-228" fmla="*/ 65404 h 684529"/>
              <a:gd name="connsiteX6-229" fmla="*/ 829153 w 901340"/>
              <a:gd name="connsiteY6-230" fmla="*/ 13016 h 684529"/>
              <a:gd name="connsiteX7-231" fmla="*/ 45722 w 901340"/>
              <a:gd name="connsiteY7-232" fmla="*/ 274954 h 684529"/>
              <a:gd name="connsiteX8-233" fmla="*/ 478 w 901340"/>
              <a:gd name="connsiteY8-234" fmla="*/ 327341 h 684529"/>
              <a:gd name="connsiteX0-235" fmla="*/ 268 w 901130"/>
              <a:gd name="connsiteY0-236" fmla="*/ 327341 h 689292"/>
              <a:gd name="connsiteX1-237" fmla="*/ 268 w 901130"/>
              <a:gd name="connsiteY1-238" fmla="*/ 620235 h 689292"/>
              <a:gd name="connsiteX2-239" fmla="*/ 93137 w 901130"/>
              <a:gd name="connsiteY2-240" fmla="*/ 689292 h 689292"/>
              <a:gd name="connsiteX3-241" fmla="*/ 840850 w 901130"/>
              <a:gd name="connsiteY3-242" fmla="*/ 684529 h 689292"/>
              <a:gd name="connsiteX4-243" fmla="*/ 898000 w 901130"/>
              <a:gd name="connsiteY4-244" fmla="*/ 627379 h 689292"/>
              <a:gd name="connsiteX5-245" fmla="*/ 898000 w 901130"/>
              <a:gd name="connsiteY5-246" fmla="*/ 65404 h 689292"/>
              <a:gd name="connsiteX6-247" fmla="*/ 828943 w 901130"/>
              <a:gd name="connsiteY6-248" fmla="*/ 13016 h 689292"/>
              <a:gd name="connsiteX7-249" fmla="*/ 45512 w 901130"/>
              <a:gd name="connsiteY7-250" fmla="*/ 274954 h 689292"/>
              <a:gd name="connsiteX8-251" fmla="*/ 268 w 901130"/>
              <a:gd name="connsiteY8-252" fmla="*/ 327341 h 689292"/>
              <a:gd name="connsiteX0-253" fmla="*/ 493 w 901355"/>
              <a:gd name="connsiteY0-254" fmla="*/ 327341 h 689292"/>
              <a:gd name="connsiteX1-255" fmla="*/ 493 w 901355"/>
              <a:gd name="connsiteY1-256" fmla="*/ 620235 h 689292"/>
              <a:gd name="connsiteX2-257" fmla="*/ 93362 w 901355"/>
              <a:gd name="connsiteY2-258" fmla="*/ 689292 h 689292"/>
              <a:gd name="connsiteX3-259" fmla="*/ 841075 w 901355"/>
              <a:gd name="connsiteY3-260" fmla="*/ 684529 h 689292"/>
              <a:gd name="connsiteX4-261" fmla="*/ 898225 w 901355"/>
              <a:gd name="connsiteY4-262" fmla="*/ 627379 h 689292"/>
              <a:gd name="connsiteX5-263" fmla="*/ 898225 w 901355"/>
              <a:gd name="connsiteY5-264" fmla="*/ 65404 h 689292"/>
              <a:gd name="connsiteX6-265" fmla="*/ 829168 w 901355"/>
              <a:gd name="connsiteY6-266" fmla="*/ 13016 h 689292"/>
              <a:gd name="connsiteX7-267" fmla="*/ 45737 w 901355"/>
              <a:gd name="connsiteY7-268" fmla="*/ 274954 h 689292"/>
              <a:gd name="connsiteX8-269" fmla="*/ 493 w 901355"/>
              <a:gd name="connsiteY8-270" fmla="*/ 327341 h 689292"/>
              <a:gd name="connsiteX0-271" fmla="*/ 493 w 901355"/>
              <a:gd name="connsiteY0-272" fmla="*/ 327341 h 689292"/>
              <a:gd name="connsiteX1-273" fmla="*/ 493 w 901355"/>
              <a:gd name="connsiteY1-274" fmla="*/ 620235 h 689292"/>
              <a:gd name="connsiteX2-275" fmla="*/ 93362 w 901355"/>
              <a:gd name="connsiteY2-276" fmla="*/ 689292 h 689292"/>
              <a:gd name="connsiteX3-277" fmla="*/ 848219 w 901355"/>
              <a:gd name="connsiteY3-278" fmla="*/ 684529 h 689292"/>
              <a:gd name="connsiteX4-279" fmla="*/ 898225 w 901355"/>
              <a:gd name="connsiteY4-280" fmla="*/ 627379 h 689292"/>
              <a:gd name="connsiteX5-281" fmla="*/ 898225 w 901355"/>
              <a:gd name="connsiteY5-282" fmla="*/ 65404 h 689292"/>
              <a:gd name="connsiteX6-283" fmla="*/ 829168 w 901355"/>
              <a:gd name="connsiteY6-284" fmla="*/ 13016 h 689292"/>
              <a:gd name="connsiteX7-285" fmla="*/ 45737 w 901355"/>
              <a:gd name="connsiteY7-286" fmla="*/ 274954 h 689292"/>
              <a:gd name="connsiteX8-287" fmla="*/ 493 w 901355"/>
              <a:gd name="connsiteY8-288" fmla="*/ 327341 h 689292"/>
              <a:gd name="connsiteX0-289" fmla="*/ 493 w 901355"/>
              <a:gd name="connsiteY0-290" fmla="*/ 327341 h 689292"/>
              <a:gd name="connsiteX1-291" fmla="*/ 493 w 901355"/>
              <a:gd name="connsiteY1-292" fmla="*/ 620235 h 689292"/>
              <a:gd name="connsiteX2-293" fmla="*/ 93362 w 901355"/>
              <a:gd name="connsiteY2-294" fmla="*/ 689292 h 689292"/>
              <a:gd name="connsiteX3-295" fmla="*/ 848219 w 901355"/>
              <a:gd name="connsiteY3-296" fmla="*/ 684529 h 689292"/>
              <a:gd name="connsiteX4-297" fmla="*/ 898225 w 901355"/>
              <a:gd name="connsiteY4-298" fmla="*/ 627379 h 689292"/>
              <a:gd name="connsiteX5-299" fmla="*/ 898225 w 901355"/>
              <a:gd name="connsiteY5-300" fmla="*/ 65404 h 689292"/>
              <a:gd name="connsiteX6-301" fmla="*/ 829168 w 901355"/>
              <a:gd name="connsiteY6-302" fmla="*/ 13016 h 689292"/>
              <a:gd name="connsiteX7-303" fmla="*/ 45737 w 901355"/>
              <a:gd name="connsiteY7-304" fmla="*/ 274954 h 689292"/>
              <a:gd name="connsiteX8-305" fmla="*/ 493 w 901355"/>
              <a:gd name="connsiteY8-306" fmla="*/ 327341 h 689292"/>
              <a:gd name="connsiteX0-307" fmla="*/ 493 w 907750"/>
              <a:gd name="connsiteY0-308" fmla="*/ 327341 h 689292"/>
              <a:gd name="connsiteX1-309" fmla="*/ 493 w 907750"/>
              <a:gd name="connsiteY1-310" fmla="*/ 620235 h 689292"/>
              <a:gd name="connsiteX2-311" fmla="*/ 93362 w 907750"/>
              <a:gd name="connsiteY2-312" fmla="*/ 689292 h 689292"/>
              <a:gd name="connsiteX3-313" fmla="*/ 848219 w 907750"/>
              <a:gd name="connsiteY3-314" fmla="*/ 684529 h 689292"/>
              <a:gd name="connsiteX4-315" fmla="*/ 907750 w 907750"/>
              <a:gd name="connsiteY4-316" fmla="*/ 627379 h 689292"/>
              <a:gd name="connsiteX5-317" fmla="*/ 898225 w 907750"/>
              <a:gd name="connsiteY5-318" fmla="*/ 65404 h 689292"/>
              <a:gd name="connsiteX6-319" fmla="*/ 829168 w 907750"/>
              <a:gd name="connsiteY6-320" fmla="*/ 13016 h 689292"/>
              <a:gd name="connsiteX7-321" fmla="*/ 45737 w 907750"/>
              <a:gd name="connsiteY7-322" fmla="*/ 274954 h 689292"/>
              <a:gd name="connsiteX8-323" fmla="*/ 493 w 907750"/>
              <a:gd name="connsiteY8-324" fmla="*/ 327341 h 689292"/>
              <a:gd name="connsiteX0-325" fmla="*/ 493 w 907750"/>
              <a:gd name="connsiteY0-326" fmla="*/ 328690 h 690641"/>
              <a:gd name="connsiteX1-327" fmla="*/ 493 w 907750"/>
              <a:gd name="connsiteY1-328" fmla="*/ 621584 h 690641"/>
              <a:gd name="connsiteX2-329" fmla="*/ 93362 w 907750"/>
              <a:gd name="connsiteY2-330" fmla="*/ 690641 h 690641"/>
              <a:gd name="connsiteX3-331" fmla="*/ 848219 w 907750"/>
              <a:gd name="connsiteY3-332" fmla="*/ 685878 h 690641"/>
              <a:gd name="connsiteX4-333" fmla="*/ 907750 w 907750"/>
              <a:gd name="connsiteY4-334" fmla="*/ 628728 h 690641"/>
              <a:gd name="connsiteX5-335" fmla="*/ 898225 w 907750"/>
              <a:gd name="connsiteY5-336" fmla="*/ 66753 h 690641"/>
              <a:gd name="connsiteX6-337" fmla="*/ 829168 w 907750"/>
              <a:gd name="connsiteY6-338" fmla="*/ 14365 h 690641"/>
              <a:gd name="connsiteX7-339" fmla="*/ 45737 w 907750"/>
              <a:gd name="connsiteY7-340" fmla="*/ 276303 h 690641"/>
              <a:gd name="connsiteX8-341" fmla="*/ 493 w 907750"/>
              <a:gd name="connsiteY8-342" fmla="*/ 328690 h 690641"/>
              <a:gd name="connsiteX0-343" fmla="*/ 493 w 907750"/>
              <a:gd name="connsiteY0-344" fmla="*/ 328690 h 690641"/>
              <a:gd name="connsiteX1-345" fmla="*/ 493 w 907750"/>
              <a:gd name="connsiteY1-346" fmla="*/ 621584 h 690641"/>
              <a:gd name="connsiteX2-347" fmla="*/ 93362 w 907750"/>
              <a:gd name="connsiteY2-348" fmla="*/ 690641 h 690641"/>
              <a:gd name="connsiteX3-349" fmla="*/ 848219 w 907750"/>
              <a:gd name="connsiteY3-350" fmla="*/ 685878 h 690641"/>
              <a:gd name="connsiteX4-351" fmla="*/ 907750 w 907750"/>
              <a:gd name="connsiteY4-352" fmla="*/ 628728 h 690641"/>
              <a:gd name="connsiteX5-353" fmla="*/ 898225 w 907750"/>
              <a:gd name="connsiteY5-354" fmla="*/ 66753 h 690641"/>
              <a:gd name="connsiteX6-355" fmla="*/ 829168 w 907750"/>
              <a:gd name="connsiteY6-356" fmla="*/ 14365 h 690641"/>
              <a:gd name="connsiteX7-357" fmla="*/ 45737 w 907750"/>
              <a:gd name="connsiteY7-358" fmla="*/ 276303 h 690641"/>
              <a:gd name="connsiteX8-359" fmla="*/ 493 w 907750"/>
              <a:gd name="connsiteY8-360" fmla="*/ 328690 h 690641"/>
              <a:gd name="connsiteX0-361" fmla="*/ 493 w 909294"/>
              <a:gd name="connsiteY0-362" fmla="*/ 328690 h 690641"/>
              <a:gd name="connsiteX1-363" fmla="*/ 493 w 909294"/>
              <a:gd name="connsiteY1-364" fmla="*/ 621584 h 690641"/>
              <a:gd name="connsiteX2-365" fmla="*/ 93362 w 909294"/>
              <a:gd name="connsiteY2-366" fmla="*/ 690641 h 690641"/>
              <a:gd name="connsiteX3-367" fmla="*/ 848219 w 909294"/>
              <a:gd name="connsiteY3-368" fmla="*/ 685878 h 690641"/>
              <a:gd name="connsiteX4-369" fmla="*/ 907750 w 909294"/>
              <a:gd name="connsiteY4-370" fmla="*/ 628728 h 690641"/>
              <a:gd name="connsiteX5-371" fmla="*/ 898225 w 909294"/>
              <a:gd name="connsiteY5-372" fmla="*/ 66753 h 690641"/>
              <a:gd name="connsiteX6-373" fmla="*/ 829168 w 909294"/>
              <a:gd name="connsiteY6-374" fmla="*/ 14365 h 690641"/>
              <a:gd name="connsiteX7-375" fmla="*/ 45737 w 909294"/>
              <a:gd name="connsiteY7-376" fmla="*/ 276303 h 690641"/>
              <a:gd name="connsiteX8-377" fmla="*/ 493 w 909294"/>
              <a:gd name="connsiteY8-378" fmla="*/ 328690 h 690641"/>
              <a:gd name="connsiteX0-379" fmla="*/ 493 w 907750"/>
              <a:gd name="connsiteY0-380" fmla="*/ 328690 h 690641"/>
              <a:gd name="connsiteX1-381" fmla="*/ 493 w 907750"/>
              <a:gd name="connsiteY1-382" fmla="*/ 621584 h 690641"/>
              <a:gd name="connsiteX2-383" fmla="*/ 93362 w 907750"/>
              <a:gd name="connsiteY2-384" fmla="*/ 690641 h 690641"/>
              <a:gd name="connsiteX3-385" fmla="*/ 848219 w 907750"/>
              <a:gd name="connsiteY3-386" fmla="*/ 685878 h 690641"/>
              <a:gd name="connsiteX4-387" fmla="*/ 907750 w 907750"/>
              <a:gd name="connsiteY4-388" fmla="*/ 628728 h 690641"/>
              <a:gd name="connsiteX5-389" fmla="*/ 898225 w 907750"/>
              <a:gd name="connsiteY5-390" fmla="*/ 66753 h 690641"/>
              <a:gd name="connsiteX6-391" fmla="*/ 829168 w 907750"/>
              <a:gd name="connsiteY6-392" fmla="*/ 14365 h 690641"/>
              <a:gd name="connsiteX7-393" fmla="*/ 45737 w 907750"/>
              <a:gd name="connsiteY7-394" fmla="*/ 276303 h 690641"/>
              <a:gd name="connsiteX8-395" fmla="*/ 493 w 907750"/>
              <a:gd name="connsiteY8-396" fmla="*/ 328690 h 690641"/>
              <a:gd name="connsiteX0-397" fmla="*/ 493 w 907750"/>
              <a:gd name="connsiteY0-398" fmla="*/ 328690 h 690641"/>
              <a:gd name="connsiteX1-399" fmla="*/ 493 w 907750"/>
              <a:gd name="connsiteY1-400" fmla="*/ 621584 h 690641"/>
              <a:gd name="connsiteX2-401" fmla="*/ 93362 w 907750"/>
              <a:gd name="connsiteY2-402" fmla="*/ 690641 h 690641"/>
              <a:gd name="connsiteX3-403" fmla="*/ 848219 w 907750"/>
              <a:gd name="connsiteY3-404" fmla="*/ 685878 h 690641"/>
              <a:gd name="connsiteX4-405" fmla="*/ 907750 w 907750"/>
              <a:gd name="connsiteY4-406" fmla="*/ 578722 h 690641"/>
              <a:gd name="connsiteX5-407" fmla="*/ 898225 w 907750"/>
              <a:gd name="connsiteY5-408" fmla="*/ 66753 h 690641"/>
              <a:gd name="connsiteX6-409" fmla="*/ 829168 w 907750"/>
              <a:gd name="connsiteY6-410" fmla="*/ 14365 h 690641"/>
              <a:gd name="connsiteX7-411" fmla="*/ 45737 w 907750"/>
              <a:gd name="connsiteY7-412" fmla="*/ 276303 h 690641"/>
              <a:gd name="connsiteX8-413" fmla="*/ 493 w 907750"/>
              <a:gd name="connsiteY8-414" fmla="*/ 328690 h 690641"/>
              <a:gd name="connsiteX0-415" fmla="*/ 493 w 910346"/>
              <a:gd name="connsiteY0-416" fmla="*/ 328690 h 690641"/>
              <a:gd name="connsiteX1-417" fmla="*/ 493 w 910346"/>
              <a:gd name="connsiteY1-418" fmla="*/ 621584 h 690641"/>
              <a:gd name="connsiteX2-419" fmla="*/ 93362 w 910346"/>
              <a:gd name="connsiteY2-420" fmla="*/ 690641 h 690641"/>
              <a:gd name="connsiteX3-421" fmla="*/ 848219 w 910346"/>
              <a:gd name="connsiteY3-422" fmla="*/ 685878 h 690641"/>
              <a:gd name="connsiteX4-423" fmla="*/ 907750 w 910346"/>
              <a:gd name="connsiteY4-424" fmla="*/ 578722 h 690641"/>
              <a:gd name="connsiteX5-425" fmla="*/ 898225 w 910346"/>
              <a:gd name="connsiteY5-426" fmla="*/ 66753 h 690641"/>
              <a:gd name="connsiteX6-427" fmla="*/ 829168 w 910346"/>
              <a:gd name="connsiteY6-428" fmla="*/ 14365 h 690641"/>
              <a:gd name="connsiteX7-429" fmla="*/ 45737 w 910346"/>
              <a:gd name="connsiteY7-430" fmla="*/ 276303 h 690641"/>
              <a:gd name="connsiteX8-431" fmla="*/ 493 w 910346"/>
              <a:gd name="connsiteY8-432" fmla="*/ 328690 h 690641"/>
              <a:gd name="connsiteX0-433" fmla="*/ 493 w 908243"/>
              <a:gd name="connsiteY0-434" fmla="*/ 328690 h 690641"/>
              <a:gd name="connsiteX1-435" fmla="*/ 493 w 908243"/>
              <a:gd name="connsiteY1-436" fmla="*/ 621584 h 690641"/>
              <a:gd name="connsiteX2-437" fmla="*/ 93362 w 908243"/>
              <a:gd name="connsiteY2-438" fmla="*/ 690641 h 690641"/>
              <a:gd name="connsiteX3-439" fmla="*/ 848219 w 908243"/>
              <a:gd name="connsiteY3-440" fmla="*/ 685878 h 690641"/>
              <a:gd name="connsiteX4-441" fmla="*/ 907750 w 908243"/>
              <a:gd name="connsiteY4-442" fmla="*/ 578722 h 690641"/>
              <a:gd name="connsiteX5-443" fmla="*/ 898225 w 908243"/>
              <a:gd name="connsiteY5-444" fmla="*/ 66753 h 690641"/>
              <a:gd name="connsiteX6-445" fmla="*/ 829168 w 908243"/>
              <a:gd name="connsiteY6-446" fmla="*/ 14365 h 690641"/>
              <a:gd name="connsiteX7-447" fmla="*/ 45737 w 908243"/>
              <a:gd name="connsiteY7-448" fmla="*/ 276303 h 690641"/>
              <a:gd name="connsiteX8-449" fmla="*/ 493 w 908243"/>
              <a:gd name="connsiteY8-450" fmla="*/ 328690 h 690641"/>
              <a:gd name="connsiteX0-451" fmla="*/ 493 w 908243"/>
              <a:gd name="connsiteY0-452" fmla="*/ 359647 h 690641"/>
              <a:gd name="connsiteX1-453" fmla="*/ 493 w 908243"/>
              <a:gd name="connsiteY1-454" fmla="*/ 621584 h 690641"/>
              <a:gd name="connsiteX2-455" fmla="*/ 93362 w 908243"/>
              <a:gd name="connsiteY2-456" fmla="*/ 690641 h 690641"/>
              <a:gd name="connsiteX3-457" fmla="*/ 848219 w 908243"/>
              <a:gd name="connsiteY3-458" fmla="*/ 685878 h 690641"/>
              <a:gd name="connsiteX4-459" fmla="*/ 907750 w 908243"/>
              <a:gd name="connsiteY4-460" fmla="*/ 578722 h 690641"/>
              <a:gd name="connsiteX5-461" fmla="*/ 898225 w 908243"/>
              <a:gd name="connsiteY5-462" fmla="*/ 66753 h 690641"/>
              <a:gd name="connsiteX6-463" fmla="*/ 829168 w 908243"/>
              <a:gd name="connsiteY6-464" fmla="*/ 14365 h 690641"/>
              <a:gd name="connsiteX7-465" fmla="*/ 45737 w 908243"/>
              <a:gd name="connsiteY7-466" fmla="*/ 276303 h 690641"/>
              <a:gd name="connsiteX8-467" fmla="*/ 493 w 908243"/>
              <a:gd name="connsiteY8-468" fmla="*/ 359647 h 690641"/>
              <a:gd name="connsiteX0-469" fmla="*/ 493 w 908243"/>
              <a:gd name="connsiteY0-470" fmla="*/ 354885 h 690641"/>
              <a:gd name="connsiteX1-471" fmla="*/ 493 w 908243"/>
              <a:gd name="connsiteY1-472" fmla="*/ 621584 h 690641"/>
              <a:gd name="connsiteX2-473" fmla="*/ 93362 w 908243"/>
              <a:gd name="connsiteY2-474" fmla="*/ 690641 h 690641"/>
              <a:gd name="connsiteX3-475" fmla="*/ 848219 w 908243"/>
              <a:gd name="connsiteY3-476" fmla="*/ 685878 h 690641"/>
              <a:gd name="connsiteX4-477" fmla="*/ 907750 w 908243"/>
              <a:gd name="connsiteY4-478" fmla="*/ 578722 h 690641"/>
              <a:gd name="connsiteX5-479" fmla="*/ 898225 w 908243"/>
              <a:gd name="connsiteY5-480" fmla="*/ 66753 h 690641"/>
              <a:gd name="connsiteX6-481" fmla="*/ 829168 w 908243"/>
              <a:gd name="connsiteY6-482" fmla="*/ 14365 h 690641"/>
              <a:gd name="connsiteX7-483" fmla="*/ 45737 w 908243"/>
              <a:gd name="connsiteY7-484" fmla="*/ 276303 h 690641"/>
              <a:gd name="connsiteX8-485" fmla="*/ 493 w 908243"/>
              <a:gd name="connsiteY8-486" fmla="*/ 354885 h 690641"/>
              <a:gd name="connsiteX0-487" fmla="*/ 1323 w 909073"/>
              <a:gd name="connsiteY0-488" fmla="*/ 354885 h 690641"/>
              <a:gd name="connsiteX1-489" fmla="*/ 1323 w 909073"/>
              <a:gd name="connsiteY1-490" fmla="*/ 621584 h 690641"/>
              <a:gd name="connsiteX2-491" fmla="*/ 94192 w 909073"/>
              <a:gd name="connsiteY2-492" fmla="*/ 690641 h 690641"/>
              <a:gd name="connsiteX3-493" fmla="*/ 849049 w 909073"/>
              <a:gd name="connsiteY3-494" fmla="*/ 685878 h 690641"/>
              <a:gd name="connsiteX4-495" fmla="*/ 908580 w 909073"/>
              <a:gd name="connsiteY4-496" fmla="*/ 578722 h 690641"/>
              <a:gd name="connsiteX5-497" fmla="*/ 899055 w 909073"/>
              <a:gd name="connsiteY5-498" fmla="*/ 66753 h 690641"/>
              <a:gd name="connsiteX6-499" fmla="*/ 829998 w 909073"/>
              <a:gd name="connsiteY6-500" fmla="*/ 14365 h 690641"/>
              <a:gd name="connsiteX7-501" fmla="*/ 46567 w 909073"/>
              <a:gd name="connsiteY7-502" fmla="*/ 276303 h 690641"/>
              <a:gd name="connsiteX8-503" fmla="*/ 1323 w 909073"/>
              <a:gd name="connsiteY8-504" fmla="*/ 354885 h 690641"/>
              <a:gd name="connsiteX0-505" fmla="*/ 494 w 908244"/>
              <a:gd name="connsiteY0-506" fmla="*/ 354885 h 690641"/>
              <a:gd name="connsiteX1-507" fmla="*/ 494 w 908244"/>
              <a:gd name="connsiteY1-508" fmla="*/ 621584 h 690641"/>
              <a:gd name="connsiteX2-509" fmla="*/ 93363 w 908244"/>
              <a:gd name="connsiteY2-510" fmla="*/ 690641 h 690641"/>
              <a:gd name="connsiteX3-511" fmla="*/ 848220 w 908244"/>
              <a:gd name="connsiteY3-512" fmla="*/ 685878 h 690641"/>
              <a:gd name="connsiteX4-513" fmla="*/ 907751 w 908244"/>
              <a:gd name="connsiteY4-514" fmla="*/ 578722 h 690641"/>
              <a:gd name="connsiteX5-515" fmla="*/ 898226 w 908244"/>
              <a:gd name="connsiteY5-516" fmla="*/ 66753 h 690641"/>
              <a:gd name="connsiteX6-517" fmla="*/ 829169 w 908244"/>
              <a:gd name="connsiteY6-518" fmla="*/ 14365 h 690641"/>
              <a:gd name="connsiteX7-519" fmla="*/ 45738 w 908244"/>
              <a:gd name="connsiteY7-520" fmla="*/ 276303 h 690641"/>
              <a:gd name="connsiteX8-521" fmla="*/ 494 w 908244"/>
              <a:gd name="connsiteY8-522" fmla="*/ 354885 h 690641"/>
              <a:gd name="connsiteX0-523" fmla="*/ 1322 w 909072"/>
              <a:gd name="connsiteY0-524" fmla="*/ 354885 h 690641"/>
              <a:gd name="connsiteX1-525" fmla="*/ 1322 w 909072"/>
              <a:gd name="connsiteY1-526" fmla="*/ 621584 h 690641"/>
              <a:gd name="connsiteX2-527" fmla="*/ 94191 w 909072"/>
              <a:gd name="connsiteY2-528" fmla="*/ 690641 h 690641"/>
              <a:gd name="connsiteX3-529" fmla="*/ 849048 w 909072"/>
              <a:gd name="connsiteY3-530" fmla="*/ 685878 h 690641"/>
              <a:gd name="connsiteX4-531" fmla="*/ 908579 w 909072"/>
              <a:gd name="connsiteY4-532" fmla="*/ 578722 h 690641"/>
              <a:gd name="connsiteX5-533" fmla="*/ 899054 w 909072"/>
              <a:gd name="connsiteY5-534" fmla="*/ 66753 h 690641"/>
              <a:gd name="connsiteX6-535" fmla="*/ 829997 w 909072"/>
              <a:gd name="connsiteY6-536" fmla="*/ 14365 h 690641"/>
              <a:gd name="connsiteX7-537" fmla="*/ 46566 w 909072"/>
              <a:gd name="connsiteY7-538" fmla="*/ 276303 h 690641"/>
              <a:gd name="connsiteX8-539" fmla="*/ 1322 w 909072"/>
              <a:gd name="connsiteY8-540" fmla="*/ 354885 h 690641"/>
              <a:gd name="connsiteX0-541" fmla="*/ 494 w 908244"/>
              <a:gd name="connsiteY0-542" fmla="*/ 354885 h 690641"/>
              <a:gd name="connsiteX1-543" fmla="*/ 494 w 908244"/>
              <a:gd name="connsiteY1-544" fmla="*/ 621584 h 690641"/>
              <a:gd name="connsiteX2-545" fmla="*/ 93363 w 908244"/>
              <a:gd name="connsiteY2-546" fmla="*/ 690641 h 690641"/>
              <a:gd name="connsiteX3-547" fmla="*/ 848220 w 908244"/>
              <a:gd name="connsiteY3-548" fmla="*/ 685878 h 690641"/>
              <a:gd name="connsiteX4-549" fmla="*/ 907751 w 908244"/>
              <a:gd name="connsiteY4-550" fmla="*/ 578722 h 690641"/>
              <a:gd name="connsiteX5-551" fmla="*/ 898226 w 908244"/>
              <a:gd name="connsiteY5-552" fmla="*/ 66753 h 690641"/>
              <a:gd name="connsiteX6-553" fmla="*/ 829169 w 908244"/>
              <a:gd name="connsiteY6-554" fmla="*/ 14365 h 690641"/>
              <a:gd name="connsiteX7-555" fmla="*/ 45738 w 908244"/>
              <a:gd name="connsiteY7-556" fmla="*/ 276303 h 690641"/>
              <a:gd name="connsiteX8-557" fmla="*/ 494 w 908244"/>
              <a:gd name="connsiteY8-558" fmla="*/ 354885 h 690641"/>
              <a:gd name="connsiteX0-559" fmla="*/ 1322 w 909072"/>
              <a:gd name="connsiteY0-560" fmla="*/ 354885 h 690641"/>
              <a:gd name="connsiteX1-561" fmla="*/ 1322 w 909072"/>
              <a:gd name="connsiteY1-562" fmla="*/ 621584 h 690641"/>
              <a:gd name="connsiteX2-563" fmla="*/ 94191 w 909072"/>
              <a:gd name="connsiteY2-564" fmla="*/ 690641 h 690641"/>
              <a:gd name="connsiteX3-565" fmla="*/ 849048 w 909072"/>
              <a:gd name="connsiteY3-566" fmla="*/ 685878 h 690641"/>
              <a:gd name="connsiteX4-567" fmla="*/ 908579 w 909072"/>
              <a:gd name="connsiteY4-568" fmla="*/ 578722 h 690641"/>
              <a:gd name="connsiteX5-569" fmla="*/ 899054 w 909072"/>
              <a:gd name="connsiteY5-570" fmla="*/ 66753 h 690641"/>
              <a:gd name="connsiteX6-571" fmla="*/ 829997 w 909072"/>
              <a:gd name="connsiteY6-572" fmla="*/ 14365 h 690641"/>
              <a:gd name="connsiteX7-573" fmla="*/ 46566 w 909072"/>
              <a:gd name="connsiteY7-574" fmla="*/ 276303 h 690641"/>
              <a:gd name="connsiteX8-575" fmla="*/ 1322 w 909072"/>
              <a:gd name="connsiteY8-576" fmla="*/ 354885 h 690641"/>
              <a:gd name="connsiteX0-577" fmla="*/ 1322 w 909072"/>
              <a:gd name="connsiteY0-578" fmla="*/ 385842 h 690641"/>
              <a:gd name="connsiteX1-579" fmla="*/ 1322 w 909072"/>
              <a:gd name="connsiteY1-580" fmla="*/ 621584 h 690641"/>
              <a:gd name="connsiteX2-581" fmla="*/ 94191 w 909072"/>
              <a:gd name="connsiteY2-582" fmla="*/ 690641 h 690641"/>
              <a:gd name="connsiteX3-583" fmla="*/ 849048 w 909072"/>
              <a:gd name="connsiteY3-584" fmla="*/ 685878 h 690641"/>
              <a:gd name="connsiteX4-585" fmla="*/ 908579 w 909072"/>
              <a:gd name="connsiteY4-586" fmla="*/ 578722 h 690641"/>
              <a:gd name="connsiteX5-587" fmla="*/ 899054 w 909072"/>
              <a:gd name="connsiteY5-588" fmla="*/ 66753 h 690641"/>
              <a:gd name="connsiteX6-589" fmla="*/ 829997 w 909072"/>
              <a:gd name="connsiteY6-590" fmla="*/ 14365 h 690641"/>
              <a:gd name="connsiteX7-591" fmla="*/ 46566 w 909072"/>
              <a:gd name="connsiteY7-592" fmla="*/ 276303 h 690641"/>
              <a:gd name="connsiteX8-593" fmla="*/ 1322 w 909072"/>
              <a:gd name="connsiteY8-594" fmla="*/ 385842 h 690641"/>
              <a:gd name="connsiteX0-595" fmla="*/ 494 w 908244"/>
              <a:gd name="connsiteY0-596" fmla="*/ 385842 h 690641"/>
              <a:gd name="connsiteX1-597" fmla="*/ 494 w 908244"/>
              <a:gd name="connsiteY1-598" fmla="*/ 621584 h 690641"/>
              <a:gd name="connsiteX2-599" fmla="*/ 93363 w 908244"/>
              <a:gd name="connsiteY2-600" fmla="*/ 690641 h 690641"/>
              <a:gd name="connsiteX3-601" fmla="*/ 848220 w 908244"/>
              <a:gd name="connsiteY3-602" fmla="*/ 685878 h 690641"/>
              <a:gd name="connsiteX4-603" fmla="*/ 907751 w 908244"/>
              <a:gd name="connsiteY4-604" fmla="*/ 578722 h 690641"/>
              <a:gd name="connsiteX5-605" fmla="*/ 898226 w 908244"/>
              <a:gd name="connsiteY5-606" fmla="*/ 66753 h 690641"/>
              <a:gd name="connsiteX6-607" fmla="*/ 829169 w 908244"/>
              <a:gd name="connsiteY6-608" fmla="*/ 14365 h 690641"/>
              <a:gd name="connsiteX7-609" fmla="*/ 45738 w 908244"/>
              <a:gd name="connsiteY7-610" fmla="*/ 276303 h 690641"/>
              <a:gd name="connsiteX8-611" fmla="*/ 494 w 908244"/>
              <a:gd name="connsiteY8-612" fmla="*/ 385842 h 690641"/>
              <a:gd name="connsiteX0-613" fmla="*/ 494 w 908244"/>
              <a:gd name="connsiteY0-614" fmla="*/ 385842 h 690641"/>
              <a:gd name="connsiteX1-615" fmla="*/ 494 w 908244"/>
              <a:gd name="connsiteY1-616" fmla="*/ 621584 h 690641"/>
              <a:gd name="connsiteX2-617" fmla="*/ 93363 w 908244"/>
              <a:gd name="connsiteY2-618" fmla="*/ 690641 h 690641"/>
              <a:gd name="connsiteX3-619" fmla="*/ 848220 w 908244"/>
              <a:gd name="connsiteY3-620" fmla="*/ 685878 h 690641"/>
              <a:gd name="connsiteX4-621" fmla="*/ 907751 w 908244"/>
              <a:gd name="connsiteY4-622" fmla="*/ 578722 h 690641"/>
              <a:gd name="connsiteX5-623" fmla="*/ 898226 w 908244"/>
              <a:gd name="connsiteY5-624" fmla="*/ 66753 h 690641"/>
              <a:gd name="connsiteX6-625" fmla="*/ 829169 w 908244"/>
              <a:gd name="connsiteY6-626" fmla="*/ 14365 h 690641"/>
              <a:gd name="connsiteX7-627" fmla="*/ 45738 w 908244"/>
              <a:gd name="connsiteY7-628" fmla="*/ 276303 h 690641"/>
              <a:gd name="connsiteX8-629" fmla="*/ 494 w 908244"/>
              <a:gd name="connsiteY8-630" fmla="*/ 385842 h 690641"/>
              <a:gd name="connsiteX0-631" fmla="*/ 494 w 908244"/>
              <a:gd name="connsiteY0-632" fmla="*/ 385842 h 690641"/>
              <a:gd name="connsiteX1-633" fmla="*/ 494 w 908244"/>
              <a:gd name="connsiteY1-634" fmla="*/ 595390 h 690641"/>
              <a:gd name="connsiteX2-635" fmla="*/ 93363 w 908244"/>
              <a:gd name="connsiteY2-636" fmla="*/ 690641 h 690641"/>
              <a:gd name="connsiteX3-637" fmla="*/ 848220 w 908244"/>
              <a:gd name="connsiteY3-638" fmla="*/ 685878 h 690641"/>
              <a:gd name="connsiteX4-639" fmla="*/ 907751 w 908244"/>
              <a:gd name="connsiteY4-640" fmla="*/ 578722 h 690641"/>
              <a:gd name="connsiteX5-641" fmla="*/ 898226 w 908244"/>
              <a:gd name="connsiteY5-642" fmla="*/ 66753 h 690641"/>
              <a:gd name="connsiteX6-643" fmla="*/ 829169 w 908244"/>
              <a:gd name="connsiteY6-644" fmla="*/ 14365 h 690641"/>
              <a:gd name="connsiteX7-645" fmla="*/ 45738 w 908244"/>
              <a:gd name="connsiteY7-646" fmla="*/ 276303 h 690641"/>
              <a:gd name="connsiteX8-647" fmla="*/ 494 w 908244"/>
              <a:gd name="connsiteY8-648" fmla="*/ 385842 h 690641"/>
              <a:gd name="connsiteX0-649" fmla="*/ 920 w 908670"/>
              <a:gd name="connsiteY0-650" fmla="*/ 385842 h 690641"/>
              <a:gd name="connsiteX1-651" fmla="*/ 920 w 908670"/>
              <a:gd name="connsiteY1-652" fmla="*/ 595390 h 690641"/>
              <a:gd name="connsiteX2-653" fmla="*/ 93789 w 908670"/>
              <a:gd name="connsiteY2-654" fmla="*/ 690641 h 690641"/>
              <a:gd name="connsiteX3-655" fmla="*/ 848646 w 908670"/>
              <a:gd name="connsiteY3-656" fmla="*/ 685878 h 690641"/>
              <a:gd name="connsiteX4-657" fmla="*/ 908177 w 908670"/>
              <a:gd name="connsiteY4-658" fmla="*/ 578722 h 690641"/>
              <a:gd name="connsiteX5-659" fmla="*/ 898652 w 908670"/>
              <a:gd name="connsiteY5-660" fmla="*/ 66753 h 690641"/>
              <a:gd name="connsiteX6-661" fmla="*/ 829595 w 908670"/>
              <a:gd name="connsiteY6-662" fmla="*/ 14365 h 690641"/>
              <a:gd name="connsiteX7-663" fmla="*/ 46164 w 908670"/>
              <a:gd name="connsiteY7-664" fmla="*/ 276303 h 690641"/>
              <a:gd name="connsiteX8-665" fmla="*/ 920 w 908670"/>
              <a:gd name="connsiteY8-666" fmla="*/ 385842 h 690641"/>
              <a:gd name="connsiteX0-667" fmla="*/ 882 w 908632"/>
              <a:gd name="connsiteY0-668" fmla="*/ 385842 h 694528"/>
              <a:gd name="connsiteX1-669" fmla="*/ 882 w 908632"/>
              <a:gd name="connsiteY1-670" fmla="*/ 595390 h 694528"/>
              <a:gd name="connsiteX2-671" fmla="*/ 93751 w 908632"/>
              <a:gd name="connsiteY2-672" fmla="*/ 690641 h 694528"/>
              <a:gd name="connsiteX3-673" fmla="*/ 848608 w 908632"/>
              <a:gd name="connsiteY3-674" fmla="*/ 685878 h 694528"/>
              <a:gd name="connsiteX4-675" fmla="*/ 908139 w 908632"/>
              <a:gd name="connsiteY4-676" fmla="*/ 578722 h 694528"/>
              <a:gd name="connsiteX5-677" fmla="*/ 898614 w 908632"/>
              <a:gd name="connsiteY5-678" fmla="*/ 66753 h 694528"/>
              <a:gd name="connsiteX6-679" fmla="*/ 829557 w 908632"/>
              <a:gd name="connsiteY6-680" fmla="*/ 14365 h 694528"/>
              <a:gd name="connsiteX7-681" fmla="*/ 46126 w 908632"/>
              <a:gd name="connsiteY7-682" fmla="*/ 276303 h 694528"/>
              <a:gd name="connsiteX8-683" fmla="*/ 882 w 908632"/>
              <a:gd name="connsiteY8-684" fmla="*/ 385842 h 694528"/>
              <a:gd name="connsiteX0-685" fmla="*/ 882 w 908632"/>
              <a:gd name="connsiteY0-686" fmla="*/ 385842 h 691355"/>
              <a:gd name="connsiteX1-687" fmla="*/ 882 w 908632"/>
              <a:gd name="connsiteY1-688" fmla="*/ 595390 h 691355"/>
              <a:gd name="connsiteX2-689" fmla="*/ 93751 w 908632"/>
              <a:gd name="connsiteY2-690" fmla="*/ 690641 h 691355"/>
              <a:gd name="connsiteX3-691" fmla="*/ 848608 w 908632"/>
              <a:gd name="connsiteY3-692" fmla="*/ 685878 h 691355"/>
              <a:gd name="connsiteX4-693" fmla="*/ 908139 w 908632"/>
              <a:gd name="connsiteY4-694" fmla="*/ 578722 h 691355"/>
              <a:gd name="connsiteX5-695" fmla="*/ 898614 w 908632"/>
              <a:gd name="connsiteY5-696" fmla="*/ 66753 h 691355"/>
              <a:gd name="connsiteX6-697" fmla="*/ 829557 w 908632"/>
              <a:gd name="connsiteY6-698" fmla="*/ 14365 h 691355"/>
              <a:gd name="connsiteX7-699" fmla="*/ 46126 w 908632"/>
              <a:gd name="connsiteY7-700" fmla="*/ 276303 h 691355"/>
              <a:gd name="connsiteX8-701" fmla="*/ 882 w 908632"/>
              <a:gd name="connsiteY8-702" fmla="*/ 385842 h 691355"/>
              <a:gd name="connsiteX0-703" fmla="*/ 882 w 908632"/>
              <a:gd name="connsiteY0-704" fmla="*/ 385842 h 690641"/>
              <a:gd name="connsiteX1-705" fmla="*/ 882 w 908632"/>
              <a:gd name="connsiteY1-706" fmla="*/ 595390 h 690641"/>
              <a:gd name="connsiteX2-707" fmla="*/ 93751 w 908632"/>
              <a:gd name="connsiteY2-708" fmla="*/ 690641 h 690641"/>
              <a:gd name="connsiteX3-709" fmla="*/ 848608 w 908632"/>
              <a:gd name="connsiteY3-710" fmla="*/ 685878 h 690641"/>
              <a:gd name="connsiteX4-711" fmla="*/ 908139 w 908632"/>
              <a:gd name="connsiteY4-712" fmla="*/ 578722 h 690641"/>
              <a:gd name="connsiteX5-713" fmla="*/ 898614 w 908632"/>
              <a:gd name="connsiteY5-714" fmla="*/ 66753 h 690641"/>
              <a:gd name="connsiteX6-715" fmla="*/ 829557 w 908632"/>
              <a:gd name="connsiteY6-716" fmla="*/ 14365 h 690641"/>
              <a:gd name="connsiteX7-717" fmla="*/ 46126 w 908632"/>
              <a:gd name="connsiteY7-718" fmla="*/ 276303 h 690641"/>
              <a:gd name="connsiteX8-719" fmla="*/ 882 w 908632"/>
              <a:gd name="connsiteY8-720" fmla="*/ 385842 h 690641"/>
              <a:gd name="connsiteX0-721" fmla="*/ 655 w 908405"/>
              <a:gd name="connsiteY0-722" fmla="*/ 385842 h 690641"/>
              <a:gd name="connsiteX1-723" fmla="*/ 655 w 908405"/>
              <a:gd name="connsiteY1-724" fmla="*/ 595390 h 690641"/>
              <a:gd name="connsiteX2-725" fmla="*/ 112574 w 908405"/>
              <a:gd name="connsiteY2-726" fmla="*/ 690641 h 690641"/>
              <a:gd name="connsiteX3-727" fmla="*/ 848381 w 908405"/>
              <a:gd name="connsiteY3-728" fmla="*/ 685878 h 690641"/>
              <a:gd name="connsiteX4-729" fmla="*/ 907912 w 908405"/>
              <a:gd name="connsiteY4-730" fmla="*/ 578722 h 690641"/>
              <a:gd name="connsiteX5-731" fmla="*/ 898387 w 908405"/>
              <a:gd name="connsiteY5-732" fmla="*/ 66753 h 690641"/>
              <a:gd name="connsiteX6-733" fmla="*/ 829330 w 908405"/>
              <a:gd name="connsiteY6-734" fmla="*/ 14365 h 690641"/>
              <a:gd name="connsiteX7-735" fmla="*/ 45899 w 908405"/>
              <a:gd name="connsiteY7-736" fmla="*/ 276303 h 690641"/>
              <a:gd name="connsiteX8-737" fmla="*/ 655 w 908405"/>
              <a:gd name="connsiteY8-738" fmla="*/ 385842 h 690641"/>
              <a:gd name="connsiteX0-739" fmla="*/ 807 w 908557"/>
              <a:gd name="connsiteY0-740" fmla="*/ 385842 h 692203"/>
              <a:gd name="connsiteX1-741" fmla="*/ 807 w 908557"/>
              <a:gd name="connsiteY1-742" fmla="*/ 595390 h 692203"/>
              <a:gd name="connsiteX2-743" fmla="*/ 112726 w 908557"/>
              <a:gd name="connsiteY2-744" fmla="*/ 690641 h 692203"/>
              <a:gd name="connsiteX3-745" fmla="*/ 848533 w 908557"/>
              <a:gd name="connsiteY3-746" fmla="*/ 685878 h 692203"/>
              <a:gd name="connsiteX4-747" fmla="*/ 908064 w 908557"/>
              <a:gd name="connsiteY4-748" fmla="*/ 578722 h 692203"/>
              <a:gd name="connsiteX5-749" fmla="*/ 898539 w 908557"/>
              <a:gd name="connsiteY5-750" fmla="*/ 66753 h 692203"/>
              <a:gd name="connsiteX6-751" fmla="*/ 829482 w 908557"/>
              <a:gd name="connsiteY6-752" fmla="*/ 14365 h 692203"/>
              <a:gd name="connsiteX7-753" fmla="*/ 46051 w 908557"/>
              <a:gd name="connsiteY7-754" fmla="*/ 276303 h 692203"/>
              <a:gd name="connsiteX8-755" fmla="*/ 807 w 908557"/>
              <a:gd name="connsiteY8-756" fmla="*/ 385842 h 692203"/>
              <a:gd name="connsiteX0-757" fmla="*/ 699 w 908449"/>
              <a:gd name="connsiteY0-758" fmla="*/ 385842 h 692203"/>
              <a:gd name="connsiteX1-759" fmla="*/ 699 w 908449"/>
              <a:gd name="connsiteY1-760" fmla="*/ 595390 h 692203"/>
              <a:gd name="connsiteX2-761" fmla="*/ 112618 w 908449"/>
              <a:gd name="connsiteY2-762" fmla="*/ 690641 h 692203"/>
              <a:gd name="connsiteX3-763" fmla="*/ 848425 w 908449"/>
              <a:gd name="connsiteY3-764" fmla="*/ 685878 h 692203"/>
              <a:gd name="connsiteX4-765" fmla="*/ 907956 w 908449"/>
              <a:gd name="connsiteY4-766" fmla="*/ 578722 h 692203"/>
              <a:gd name="connsiteX5-767" fmla="*/ 898431 w 908449"/>
              <a:gd name="connsiteY5-768" fmla="*/ 66753 h 692203"/>
              <a:gd name="connsiteX6-769" fmla="*/ 829374 w 908449"/>
              <a:gd name="connsiteY6-770" fmla="*/ 14365 h 692203"/>
              <a:gd name="connsiteX7-771" fmla="*/ 45943 w 908449"/>
              <a:gd name="connsiteY7-772" fmla="*/ 276303 h 692203"/>
              <a:gd name="connsiteX8-773" fmla="*/ 699 w 908449"/>
              <a:gd name="connsiteY8-774" fmla="*/ 385842 h 692203"/>
              <a:gd name="connsiteX0-775" fmla="*/ 699 w 911004"/>
              <a:gd name="connsiteY0-776" fmla="*/ 385842 h 692203"/>
              <a:gd name="connsiteX1-777" fmla="*/ 699 w 911004"/>
              <a:gd name="connsiteY1-778" fmla="*/ 595390 h 692203"/>
              <a:gd name="connsiteX2-779" fmla="*/ 112618 w 911004"/>
              <a:gd name="connsiteY2-780" fmla="*/ 690641 h 692203"/>
              <a:gd name="connsiteX3-781" fmla="*/ 848425 w 911004"/>
              <a:gd name="connsiteY3-782" fmla="*/ 685878 h 692203"/>
              <a:gd name="connsiteX4-783" fmla="*/ 907956 w 911004"/>
              <a:gd name="connsiteY4-784" fmla="*/ 578722 h 692203"/>
              <a:gd name="connsiteX5-785" fmla="*/ 910534 w 911004"/>
              <a:gd name="connsiteY5-786" fmla="*/ 66753 h 692203"/>
              <a:gd name="connsiteX6-787" fmla="*/ 829374 w 911004"/>
              <a:gd name="connsiteY6-788" fmla="*/ 14365 h 692203"/>
              <a:gd name="connsiteX7-789" fmla="*/ 45943 w 911004"/>
              <a:gd name="connsiteY7-790" fmla="*/ 276303 h 692203"/>
              <a:gd name="connsiteX8-791" fmla="*/ 699 w 911004"/>
              <a:gd name="connsiteY8-792" fmla="*/ 385842 h 692203"/>
              <a:gd name="connsiteX0-793" fmla="*/ 699 w 911004"/>
              <a:gd name="connsiteY0-794" fmla="*/ 385842 h 692203"/>
              <a:gd name="connsiteX1-795" fmla="*/ 699 w 911004"/>
              <a:gd name="connsiteY1-796" fmla="*/ 595390 h 692203"/>
              <a:gd name="connsiteX2-797" fmla="*/ 112618 w 911004"/>
              <a:gd name="connsiteY2-798" fmla="*/ 690641 h 692203"/>
              <a:gd name="connsiteX3-799" fmla="*/ 848425 w 911004"/>
              <a:gd name="connsiteY3-800" fmla="*/ 685878 h 692203"/>
              <a:gd name="connsiteX4-801" fmla="*/ 907956 w 911004"/>
              <a:gd name="connsiteY4-802" fmla="*/ 578722 h 692203"/>
              <a:gd name="connsiteX5-803" fmla="*/ 910534 w 911004"/>
              <a:gd name="connsiteY5-804" fmla="*/ 66753 h 692203"/>
              <a:gd name="connsiteX6-805" fmla="*/ 829374 w 911004"/>
              <a:gd name="connsiteY6-806" fmla="*/ 14365 h 692203"/>
              <a:gd name="connsiteX7-807" fmla="*/ 45943 w 911004"/>
              <a:gd name="connsiteY7-808" fmla="*/ 276303 h 692203"/>
              <a:gd name="connsiteX8-809" fmla="*/ 699 w 911004"/>
              <a:gd name="connsiteY8-810" fmla="*/ 385842 h 692203"/>
              <a:gd name="connsiteX0-811" fmla="*/ 699 w 911004"/>
              <a:gd name="connsiteY0-812" fmla="*/ 385842 h 692203"/>
              <a:gd name="connsiteX1-813" fmla="*/ 699 w 911004"/>
              <a:gd name="connsiteY1-814" fmla="*/ 595390 h 692203"/>
              <a:gd name="connsiteX2-815" fmla="*/ 112618 w 911004"/>
              <a:gd name="connsiteY2-816" fmla="*/ 690641 h 692203"/>
              <a:gd name="connsiteX3-817" fmla="*/ 848425 w 911004"/>
              <a:gd name="connsiteY3-818" fmla="*/ 685878 h 692203"/>
              <a:gd name="connsiteX4-819" fmla="*/ 907956 w 911004"/>
              <a:gd name="connsiteY4-820" fmla="*/ 578722 h 692203"/>
              <a:gd name="connsiteX5-821" fmla="*/ 910534 w 911004"/>
              <a:gd name="connsiteY5-822" fmla="*/ 66753 h 692203"/>
              <a:gd name="connsiteX6-823" fmla="*/ 829374 w 911004"/>
              <a:gd name="connsiteY6-824" fmla="*/ 14365 h 692203"/>
              <a:gd name="connsiteX7-825" fmla="*/ 45943 w 911004"/>
              <a:gd name="connsiteY7-826" fmla="*/ 276303 h 692203"/>
              <a:gd name="connsiteX8-827" fmla="*/ 699 w 911004"/>
              <a:gd name="connsiteY8-828" fmla="*/ 385842 h 692203"/>
              <a:gd name="connsiteX0-829" fmla="*/ 699 w 910534"/>
              <a:gd name="connsiteY0-830" fmla="*/ 386399 h 692760"/>
              <a:gd name="connsiteX1-831" fmla="*/ 699 w 910534"/>
              <a:gd name="connsiteY1-832" fmla="*/ 595947 h 692760"/>
              <a:gd name="connsiteX2-833" fmla="*/ 112618 w 910534"/>
              <a:gd name="connsiteY2-834" fmla="*/ 691198 h 692760"/>
              <a:gd name="connsiteX3-835" fmla="*/ 848425 w 910534"/>
              <a:gd name="connsiteY3-836" fmla="*/ 686435 h 692760"/>
              <a:gd name="connsiteX4-837" fmla="*/ 907956 w 910534"/>
              <a:gd name="connsiteY4-838" fmla="*/ 579279 h 692760"/>
              <a:gd name="connsiteX5-839" fmla="*/ 910534 w 910534"/>
              <a:gd name="connsiteY5-840" fmla="*/ 67310 h 692760"/>
              <a:gd name="connsiteX6-841" fmla="*/ 829374 w 910534"/>
              <a:gd name="connsiteY6-842" fmla="*/ 14922 h 692760"/>
              <a:gd name="connsiteX7-843" fmla="*/ 45943 w 910534"/>
              <a:gd name="connsiteY7-844" fmla="*/ 276860 h 692760"/>
              <a:gd name="connsiteX8-845" fmla="*/ 699 w 910534"/>
              <a:gd name="connsiteY8-846" fmla="*/ 386399 h 692760"/>
              <a:gd name="connsiteX0-847" fmla="*/ 699 w 910534"/>
              <a:gd name="connsiteY0-848" fmla="*/ 384791 h 691152"/>
              <a:gd name="connsiteX1-849" fmla="*/ 699 w 910534"/>
              <a:gd name="connsiteY1-850" fmla="*/ 594339 h 691152"/>
              <a:gd name="connsiteX2-851" fmla="*/ 112618 w 910534"/>
              <a:gd name="connsiteY2-852" fmla="*/ 689590 h 691152"/>
              <a:gd name="connsiteX3-853" fmla="*/ 848425 w 910534"/>
              <a:gd name="connsiteY3-854" fmla="*/ 684827 h 691152"/>
              <a:gd name="connsiteX4-855" fmla="*/ 907956 w 910534"/>
              <a:gd name="connsiteY4-856" fmla="*/ 577671 h 691152"/>
              <a:gd name="connsiteX5-857" fmla="*/ 910534 w 910534"/>
              <a:gd name="connsiteY5-858" fmla="*/ 65702 h 691152"/>
              <a:gd name="connsiteX6-859" fmla="*/ 829374 w 910534"/>
              <a:gd name="connsiteY6-860" fmla="*/ 13314 h 691152"/>
              <a:gd name="connsiteX7-861" fmla="*/ 45943 w 910534"/>
              <a:gd name="connsiteY7-862" fmla="*/ 275252 h 691152"/>
              <a:gd name="connsiteX8-863" fmla="*/ 699 w 910534"/>
              <a:gd name="connsiteY8-864" fmla="*/ 384791 h 691152"/>
              <a:gd name="connsiteX0-865" fmla="*/ 699 w 910534"/>
              <a:gd name="connsiteY0-866" fmla="*/ 384791 h 691152"/>
              <a:gd name="connsiteX1-867" fmla="*/ 699 w 910534"/>
              <a:gd name="connsiteY1-868" fmla="*/ 594339 h 691152"/>
              <a:gd name="connsiteX2-869" fmla="*/ 112618 w 910534"/>
              <a:gd name="connsiteY2-870" fmla="*/ 689590 h 691152"/>
              <a:gd name="connsiteX3-871" fmla="*/ 848425 w 910534"/>
              <a:gd name="connsiteY3-872" fmla="*/ 684827 h 691152"/>
              <a:gd name="connsiteX4-873" fmla="*/ 907956 w 910534"/>
              <a:gd name="connsiteY4-874" fmla="*/ 577671 h 691152"/>
              <a:gd name="connsiteX5-875" fmla="*/ 910534 w 910534"/>
              <a:gd name="connsiteY5-876" fmla="*/ 65702 h 691152"/>
              <a:gd name="connsiteX6-877" fmla="*/ 829374 w 910534"/>
              <a:gd name="connsiteY6-878" fmla="*/ 13314 h 691152"/>
              <a:gd name="connsiteX7-879" fmla="*/ 45943 w 910534"/>
              <a:gd name="connsiteY7-880" fmla="*/ 275252 h 691152"/>
              <a:gd name="connsiteX8-881" fmla="*/ 699 w 910534"/>
              <a:gd name="connsiteY8-882" fmla="*/ 384791 h 691152"/>
              <a:gd name="connsiteX0-883" fmla="*/ 264 w 910099"/>
              <a:gd name="connsiteY0-884" fmla="*/ 384791 h 691326"/>
              <a:gd name="connsiteX1-885" fmla="*/ 264 w 910099"/>
              <a:gd name="connsiteY1-886" fmla="*/ 594339 h 691326"/>
              <a:gd name="connsiteX2-887" fmla="*/ 112183 w 910099"/>
              <a:gd name="connsiteY2-888" fmla="*/ 689590 h 691326"/>
              <a:gd name="connsiteX3-889" fmla="*/ 847990 w 910099"/>
              <a:gd name="connsiteY3-890" fmla="*/ 684827 h 691326"/>
              <a:gd name="connsiteX4-891" fmla="*/ 907521 w 910099"/>
              <a:gd name="connsiteY4-892" fmla="*/ 577671 h 691326"/>
              <a:gd name="connsiteX5-893" fmla="*/ 910099 w 910099"/>
              <a:gd name="connsiteY5-894" fmla="*/ 65702 h 691326"/>
              <a:gd name="connsiteX6-895" fmla="*/ 828939 w 910099"/>
              <a:gd name="connsiteY6-896" fmla="*/ 13314 h 691326"/>
              <a:gd name="connsiteX7-897" fmla="*/ 45508 w 910099"/>
              <a:gd name="connsiteY7-898" fmla="*/ 275252 h 691326"/>
              <a:gd name="connsiteX8-899" fmla="*/ 264 w 910099"/>
              <a:gd name="connsiteY8-900" fmla="*/ 384791 h 691326"/>
              <a:gd name="connsiteX0-901" fmla="*/ 0 w 909835"/>
              <a:gd name="connsiteY0-902" fmla="*/ 384791 h 691326"/>
              <a:gd name="connsiteX1-903" fmla="*/ 0 w 909835"/>
              <a:gd name="connsiteY1-904" fmla="*/ 594339 h 691326"/>
              <a:gd name="connsiteX2-905" fmla="*/ 111919 w 909835"/>
              <a:gd name="connsiteY2-906" fmla="*/ 689590 h 691326"/>
              <a:gd name="connsiteX3-907" fmla="*/ 847726 w 909835"/>
              <a:gd name="connsiteY3-908" fmla="*/ 684827 h 691326"/>
              <a:gd name="connsiteX4-909" fmla="*/ 907257 w 909835"/>
              <a:gd name="connsiteY4-910" fmla="*/ 577671 h 691326"/>
              <a:gd name="connsiteX5-911" fmla="*/ 909835 w 909835"/>
              <a:gd name="connsiteY5-912" fmla="*/ 65702 h 691326"/>
              <a:gd name="connsiteX6-913" fmla="*/ 828675 w 909835"/>
              <a:gd name="connsiteY6-914" fmla="*/ 13314 h 691326"/>
              <a:gd name="connsiteX7-915" fmla="*/ 45244 w 909835"/>
              <a:gd name="connsiteY7-916" fmla="*/ 275252 h 691326"/>
              <a:gd name="connsiteX8-917" fmla="*/ 0 w 909835"/>
              <a:gd name="connsiteY8-918" fmla="*/ 384791 h 691326"/>
              <a:gd name="connsiteX0-919" fmla="*/ 0 w 909835"/>
              <a:gd name="connsiteY0-920" fmla="*/ 384791 h 691326"/>
              <a:gd name="connsiteX1-921" fmla="*/ 0 w 909835"/>
              <a:gd name="connsiteY1-922" fmla="*/ 594339 h 691326"/>
              <a:gd name="connsiteX2-923" fmla="*/ 111919 w 909835"/>
              <a:gd name="connsiteY2-924" fmla="*/ 689590 h 691326"/>
              <a:gd name="connsiteX3-925" fmla="*/ 847726 w 909835"/>
              <a:gd name="connsiteY3-926" fmla="*/ 684827 h 691326"/>
              <a:gd name="connsiteX4-927" fmla="*/ 907257 w 909835"/>
              <a:gd name="connsiteY4-928" fmla="*/ 577671 h 691326"/>
              <a:gd name="connsiteX5-929" fmla="*/ 909835 w 909835"/>
              <a:gd name="connsiteY5-930" fmla="*/ 65702 h 691326"/>
              <a:gd name="connsiteX6-931" fmla="*/ 828675 w 909835"/>
              <a:gd name="connsiteY6-932" fmla="*/ 13314 h 691326"/>
              <a:gd name="connsiteX7-933" fmla="*/ 45244 w 909835"/>
              <a:gd name="connsiteY7-934" fmla="*/ 275252 h 691326"/>
              <a:gd name="connsiteX8-935" fmla="*/ 0 w 909835"/>
              <a:gd name="connsiteY8-936" fmla="*/ 384791 h 691326"/>
              <a:gd name="connsiteX0-937" fmla="*/ 365 w 910200"/>
              <a:gd name="connsiteY0-938" fmla="*/ 384791 h 691326"/>
              <a:gd name="connsiteX1-939" fmla="*/ 365 w 910200"/>
              <a:gd name="connsiteY1-940" fmla="*/ 594339 h 691326"/>
              <a:gd name="connsiteX2-941" fmla="*/ 112284 w 910200"/>
              <a:gd name="connsiteY2-942" fmla="*/ 689590 h 691326"/>
              <a:gd name="connsiteX3-943" fmla="*/ 848091 w 910200"/>
              <a:gd name="connsiteY3-944" fmla="*/ 684827 h 691326"/>
              <a:gd name="connsiteX4-945" fmla="*/ 907622 w 910200"/>
              <a:gd name="connsiteY4-946" fmla="*/ 577671 h 691326"/>
              <a:gd name="connsiteX5-947" fmla="*/ 910200 w 910200"/>
              <a:gd name="connsiteY5-948" fmla="*/ 65702 h 691326"/>
              <a:gd name="connsiteX6-949" fmla="*/ 829040 w 910200"/>
              <a:gd name="connsiteY6-950" fmla="*/ 13314 h 691326"/>
              <a:gd name="connsiteX7-951" fmla="*/ 45609 w 910200"/>
              <a:gd name="connsiteY7-952" fmla="*/ 275252 h 691326"/>
              <a:gd name="connsiteX8-953" fmla="*/ 365 w 910200"/>
              <a:gd name="connsiteY8-954" fmla="*/ 384791 h 691326"/>
              <a:gd name="connsiteX0-955" fmla="*/ 0 w 909835"/>
              <a:gd name="connsiteY0-956" fmla="*/ 384791 h 691326"/>
              <a:gd name="connsiteX1-957" fmla="*/ 0 w 909835"/>
              <a:gd name="connsiteY1-958" fmla="*/ 594339 h 691326"/>
              <a:gd name="connsiteX2-959" fmla="*/ 111919 w 909835"/>
              <a:gd name="connsiteY2-960" fmla="*/ 689590 h 691326"/>
              <a:gd name="connsiteX3-961" fmla="*/ 847726 w 909835"/>
              <a:gd name="connsiteY3-962" fmla="*/ 684827 h 691326"/>
              <a:gd name="connsiteX4-963" fmla="*/ 907257 w 909835"/>
              <a:gd name="connsiteY4-964" fmla="*/ 577671 h 691326"/>
              <a:gd name="connsiteX5-965" fmla="*/ 909835 w 909835"/>
              <a:gd name="connsiteY5-966" fmla="*/ 65702 h 691326"/>
              <a:gd name="connsiteX6-967" fmla="*/ 828675 w 909835"/>
              <a:gd name="connsiteY6-968" fmla="*/ 13314 h 691326"/>
              <a:gd name="connsiteX7-969" fmla="*/ 45244 w 909835"/>
              <a:gd name="connsiteY7-970" fmla="*/ 275252 h 691326"/>
              <a:gd name="connsiteX8-971" fmla="*/ 0 w 909835"/>
              <a:gd name="connsiteY8-972" fmla="*/ 384791 h 6913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09835" h="691326">
                <a:moveTo>
                  <a:pt x="0" y="384791"/>
                </a:moveTo>
                <a:lnTo>
                  <a:pt x="0" y="594339"/>
                </a:lnTo>
                <a:cubicBezTo>
                  <a:pt x="314" y="705292"/>
                  <a:pt x="53182" y="691972"/>
                  <a:pt x="111919" y="689590"/>
                </a:cubicBezTo>
                <a:lnTo>
                  <a:pt x="847726" y="684827"/>
                </a:lnTo>
                <a:cubicBezTo>
                  <a:pt x="914024" y="693362"/>
                  <a:pt x="907077" y="643198"/>
                  <a:pt x="907257" y="577671"/>
                </a:cubicBezTo>
                <a:cubicBezTo>
                  <a:pt x="908116" y="407015"/>
                  <a:pt x="908976" y="236358"/>
                  <a:pt x="909835" y="65702"/>
                </a:cubicBezTo>
                <a:cubicBezTo>
                  <a:pt x="909889" y="-22703"/>
                  <a:pt x="874045" y="-1169"/>
                  <a:pt x="828675" y="13314"/>
                </a:cubicBezTo>
                <a:lnTo>
                  <a:pt x="45244" y="275252"/>
                </a:lnTo>
                <a:cubicBezTo>
                  <a:pt x="-3528" y="294197"/>
                  <a:pt x="701" y="312769"/>
                  <a:pt x="0" y="38479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2"/>
          <p:cNvSpPr>
            <a:spLocks noGrp="1"/>
          </p:cNvSpPr>
          <p:nvPr>
            <p:ph type="title" hasCustomPrompt="1"/>
          </p:nvPr>
        </p:nvSpPr>
        <p:spPr>
          <a:xfrm>
            <a:off x="1206500" y="2574930"/>
            <a:ext cx="72771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Заголовок</a:t>
            </a:r>
            <a:endParaRPr lang="ru-RU" dirty="0"/>
          </a:p>
        </p:txBody>
      </p:sp>
      <p:sp>
        <p:nvSpPr>
          <p:cNvPr id="18" name="Полилиния 17"/>
          <p:cNvSpPr/>
          <p:nvPr userDrawn="1"/>
        </p:nvSpPr>
        <p:spPr>
          <a:xfrm rot="10800000">
            <a:off x="1575971" y="4090869"/>
            <a:ext cx="7747000" cy="189925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-1" fmla="*/ 0 w 902120"/>
              <a:gd name="connsiteY0-2" fmla="*/ 321495 h 678683"/>
              <a:gd name="connsiteX1-3" fmla="*/ 0 w 902120"/>
              <a:gd name="connsiteY1-4" fmla="*/ 614389 h 678683"/>
              <a:gd name="connsiteX2-5" fmla="*/ 54769 w 902120"/>
              <a:gd name="connsiteY2-6" fmla="*/ 678683 h 678683"/>
              <a:gd name="connsiteX3-7" fmla="*/ 840582 w 902120"/>
              <a:gd name="connsiteY3-8" fmla="*/ 678683 h 678683"/>
              <a:gd name="connsiteX4-9" fmla="*/ 897732 w 902120"/>
              <a:gd name="connsiteY4-10" fmla="*/ 621533 h 678683"/>
              <a:gd name="connsiteX5-11" fmla="*/ 897732 w 902120"/>
              <a:gd name="connsiteY5-12" fmla="*/ 59558 h 678683"/>
              <a:gd name="connsiteX6-13" fmla="*/ 828675 w 902120"/>
              <a:gd name="connsiteY6-14" fmla="*/ 7170 h 678683"/>
              <a:gd name="connsiteX7-15" fmla="*/ 45244 w 902120"/>
              <a:gd name="connsiteY7-16" fmla="*/ 269108 h 678683"/>
              <a:gd name="connsiteX8-17" fmla="*/ 0 w 902120"/>
              <a:gd name="connsiteY8-18" fmla="*/ 321495 h 678683"/>
              <a:gd name="connsiteX0-19" fmla="*/ 0 w 903259"/>
              <a:gd name="connsiteY0-20" fmla="*/ 334803 h 691991"/>
              <a:gd name="connsiteX1-21" fmla="*/ 0 w 903259"/>
              <a:gd name="connsiteY1-22" fmla="*/ 627697 h 691991"/>
              <a:gd name="connsiteX2-23" fmla="*/ 54769 w 903259"/>
              <a:gd name="connsiteY2-24" fmla="*/ 691991 h 691991"/>
              <a:gd name="connsiteX3-25" fmla="*/ 840582 w 903259"/>
              <a:gd name="connsiteY3-26" fmla="*/ 691991 h 691991"/>
              <a:gd name="connsiteX4-27" fmla="*/ 897732 w 903259"/>
              <a:gd name="connsiteY4-28" fmla="*/ 634841 h 691991"/>
              <a:gd name="connsiteX5-29" fmla="*/ 897732 w 903259"/>
              <a:gd name="connsiteY5-30" fmla="*/ 72866 h 691991"/>
              <a:gd name="connsiteX6-31" fmla="*/ 828675 w 903259"/>
              <a:gd name="connsiteY6-32" fmla="*/ 20478 h 691991"/>
              <a:gd name="connsiteX7-33" fmla="*/ 45244 w 903259"/>
              <a:gd name="connsiteY7-34" fmla="*/ 282416 h 691991"/>
              <a:gd name="connsiteX8-35" fmla="*/ 0 w 903259"/>
              <a:gd name="connsiteY8-36" fmla="*/ 334803 h 691991"/>
              <a:gd name="connsiteX0-37" fmla="*/ 0 w 902430"/>
              <a:gd name="connsiteY0-38" fmla="*/ 326084 h 683272"/>
              <a:gd name="connsiteX1-39" fmla="*/ 0 w 902430"/>
              <a:gd name="connsiteY1-40" fmla="*/ 618978 h 683272"/>
              <a:gd name="connsiteX2-41" fmla="*/ 54769 w 902430"/>
              <a:gd name="connsiteY2-42" fmla="*/ 683272 h 683272"/>
              <a:gd name="connsiteX3-43" fmla="*/ 840582 w 902430"/>
              <a:gd name="connsiteY3-44" fmla="*/ 683272 h 683272"/>
              <a:gd name="connsiteX4-45" fmla="*/ 897732 w 902430"/>
              <a:gd name="connsiteY4-46" fmla="*/ 626122 h 683272"/>
              <a:gd name="connsiteX5-47" fmla="*/ 897732 w 902430"/>
              <a:gd name="connsiteY5-48" fmla="*/ 64147 h 683272"/>
              <a:gd name="connsiteX6-49" fmla="*/ 828675 w 902430"/>
              <a:gd name="connsiteY6-50" fmla="*/ 11759 h 683272"/>
              <a:gd name="connsiteX7-51" fmla="*/ 45244 w 902430"/>
              <a:gd name="connsiteY7-52" fmla="*/ 273697 h 683272"/>
              <a:gd name="connsiteX8-53" fmla="*/ 0 w 902430"/>
              <a:gd name="connsiteY8-54" fmla="*/ 326084 h 683272"/>
              <a:gd name="connsiteX0-55" fmla="*/ 0 w 898864"/>
              <a:gd name="connsiteY0-56" fmla="*/ 327341 h 684529"/>
              <a:gd name="connsiteX1-57" fmla="*/ 0 w 898864"/>
              <a:gd name="connsiteY1-58" fmla="*/ 620235 h 684529"/>
              <a:gd name="connsiteX2-59" fmla="*/ 54769 w 898864"/>
              <a:gd name="connsiteY2-60" fmla="*/ 684529 h 684529"/>
              <a:gd name="connsiteX3-61" fmla="*/ 840582 w 898864"/>
              <a:gd name="connsiteY3-62" fmla="*/ 684529 h 684529"/>
              <a:gd name="connsiteX4-63" fmla="*/ 897732 w 898864"/>
              <a:gd name="connsiteY4-64" fmla="*/ 627379 h 684529"/>
              <a:gd name="connsiteX5-65" fmla="*/ 897732 w 898864"/>
              <a:gd name="connsiteY5-66" fmla="*/ 65404 h 684529"/>
              <a:gd name="connsiteX6-67" fmla="*/ 828675 w 898864"/>
              <a:gd name="connsiteY6-68" fmla="*/ 13016 h 684529"/>
              <a:gd name="connsiteX7-69" fmla="*/ 45244 w 898864"/>
              <a:gd name="connsiteY7-70" fmla="*/ 274954 h 684529"/>
              <a:gd name="connsiteX8-71" fmla="*/ 0 w 898864"/>
              <a:gd name="connsiteY8-72" fmla="*/ 327341 h 684529"/>
              <a:gd name="connsiteX0-73" fmla="*/ 0 w 900862"/>
              <a:gd name="connsiteY0-74" fmla="*/ 327341 h 684529"/>
              <a:gd name="connsiteX1-75" fmla="*/ 0 w 900862"/>
              <a:gd name="connsiteY1-76" fmla="*/ 620235 h 684529"/>
              <a:gd name="connsiteX2-77" fmla="*/ 54769 w 900862"/>
              <a:gd name="connsiteY2-78" fmla="*/ 684529 h 684529"/>
              <a:gd name="connsiteX3-79" fmla="*/ 840582 w 900862"/>
              <a:gd name="connsiteY3-80" fmla="*/ 684529 h 684529"/>
              <a:gd name="connsiteX4-81" fmla="*/ 897732 w 900862"/>
              <a:gd name="connsiteY4-82" fmla="*/ 627379 h 684529"/>
              <a:gd name="connsiteX5-83" fmla="*/ 897732 w 900862"/>
              <a:gd name="connsiteY5-84" fmla="*/ 65404 h 684529"/>
              <a:gd name="connsiteX6-85" fmla="*/ 828675 w 900862"/>
              <a:gd name="connsiteY6-86" fmla="*/ 13016 h 684529"/>
              <a:gd name="connsiteX7-87" fmla="*/ 45244 w 900862"/>
              <a:gd name="connsiteY7-88" fmla="*/ 274954 h 684529"/>
              <a:gd name="connsiteX8-89" fmla="*/ 0 w 900862"/>
              <a:gd name="connsiteY8-90" fmla="*/ 327341 h 684529"/>
              <a:gd name="connsiteX0-91" fmla="*/ 0 w 900862"/>
              <a:gd name="connsiteY0-92" fmla="*/ 327341 h 684529"/>
              <a:gd name="connsiteX1-93" fmla="*/ 0 w 900862"/>
              <a:gd name="connsiteY1-94" fmla="*/ 620235 h 684529"/>
              <a:gd name="connsiteX2-95" fmla="*/ 54769 w 900862"/>
              <a:gd name="connsiteY2-96" fmla="*/ 684529 h 684529"/>
              <a:gd name="connsiteX3-97" fmla="*/ 840582 w 900862"/>
              <a:gd name="connsiteY3-98" fmla="*/ 684529 h 684529"/>
              <a:gd name="connsiteX4-99" fmla="*/ 897732 w 900862"/>
              <a:gd name="connsiteY4-100" fmla="*/ 627379 h 684529"/>
              <a:gd name="connsiteX5-101" fmla="*/ 897732 w 900862"/>
              <a:gd name="connsiteY5-102" fmla="*/ 65404 h 684529"/>
              <a:gd name="connsiteX6-103" fmla="*/ 828675 w 900862"/>
              <a:gd name="connsiteY6-104" fmla="*/ 13016 h 684529"/>
              <a:gd name="connsiteX7-105" fmla="*/ 45244 w 900862"/>
              <a:gd name="connsiteY7-106" fmla="*/ 274954 h 684529"/>
              <a:gd name="connsiteX8-107" fmla="*/ 0 w 900862"/>
              <a:gd name="connsiteY8-108" fmla="*/ 327341 h 684529"/>
              <a:gd name="connsiteX0-109" fmla="*/ 1654 w 902516"/>
              <a:gd name="connsiteY0-110" fmla="*/ 327341 h 684529"/>
              <a:gd name="connsiteX1-111" fmla="*/ 1654 w 902516"/>
              <a:gd name="connsiteY1-112" fmla="*/ 620235 h 684529"/>
              <a:gd name="connsiteX2-113" fmla="*/ 56423 w 902516"/>
              <a:gd name="connsiteY2-114" fmla="*/ 684529 h 684529"/>
              <a:gd name="connsiteX3-115" fmla="*/ 842236 w 902516"/>
              <a:gd name="connsiteY3-116" fmla="*/ 684529 h 684529"/>
              <a:gd name="connsiteX4-117" fmla="*/ 899386 w 902516"/>
              <a:gd name="connsiteY4-118" fmla="*/ 627379 h 684529"/>
              <a:gd name="connsiteX5-119" fmla="*/ 899386 w 902516"/>
              <a:gd name="connsiteY5-120" fmla="*/ 65404 h 684529"/>
              <a:gd name="connsiteX6-121" fmla="*/ 830329 w 902516"/>
              <a:gd name="connsiteY6-122" fmla="*/ 13016 h 684529"/>
              <a:gd name="connsiteX7-123" fmla="*/ 46898 w 902516"/>
              <a:gd name="connsiteY7-124" fmla="*/ 274954 h 684529"/>
              <a:gd name="connsiteX8-125" fmla="*/ 1654 w 902516"/>
              <a:gd name="connsiteY8-126" fmla="*/ 327341 h 684529"/>
              <a:gd name="connsiteX0-127" fmla="*/ 0 w 900862"/>
              <a:gd name="connsiteY0-128" fmla="*/ 327341 h 684529"/>
              <a:gd name="connsiteX1-129" fmla="*/ 0 w 900862"/>
              <a:gd name="connsiteY1-130" fmla="*/ 620235 h 684529"/>
              <a:gd name="connsiteX2-131" fmla="*/ 54769 w 900862"/>
              <a:gd name="connsiteY2-132" fmla="*/ 684529 h 684529"/>
              <a:gd name="connsiteX3-133" fmla="*/ 840582 w 900862"/>
              <a:gd name="connsiteY3-134" fmla="*/ 684529 h 684529"/>
              <a:gd name="connsiteX4-135" fmla="*/ 897732 w 900862"/>
              <a:gd name="connsiteY4-136" fmla="*/ 627379 h 684529"/>
              <a:gd name="connsiteX5-137" fmla="*/ 897732 w 900862"/>
              <a:gd name="connsiteY5-138" fmla="*/ 65404 h 684529"/>
              <a:gd name="connsiteX6-139" fmla="*/ 828675 w 900862"/>
              <a:gd name="connsiteY6-140" fmla="*/ 13016 h 684529"/>
              <a:gd name="connsiteX7-141" fmla="*/ 45244 w 900862"/>
              <a:gd name="connsiteY7-142" fmla="*/ 274954 h 684529"/>
              <a:gd name="connsiteX8-143" fmla="*/ 0 w 900862"/>
              <a:gd name="connsiteY8-144" fmla="*/ 327341 h 684529"/>
              <a:gd name="connsiteX0-145" fmla="*/ 0 w 900862"/>
              <a:gd name="connsiteY0-146" fmla="*/ 327341 h 684529"/>
              <a:gd name="connsiteX1-147" fmla="*/ 0 w 900862"/>
              <a:gd name="connsiteY1-148" fmla="*/ 620235 h 684529"/>
              <a:gd name="connsiteX2-149" fmla="*/ 54769 w 900862"/>
              <a:gd name="connsiteY2-150" fmla="*/ 684529 h 684529"/>
              <a:gd name="connsiteX3-151" fmla="*/ 840582 w 900862"/>
              <a:gd name="connsiteY3-152" fmla="*/ 684529 h 684529"/>
              <a:gd name="connsiteX4-153" fmla="*/ 897732 w 900862"/>
              <a:gd name="connsiteY4-154" fmla="*/ 627379 h 684529"/>
              <a:gd name="connsiteX5-155" fmla="*/ 897732 w 900862"/>
              <a:gd name="connsiteY5-156" fmla="*/ 65404 h 684529"/>
              <a:gd name="connsiteX6-157" fmla="*/ 828675 w 900862"/>
              <a:gd name="connsiteY6-158" fmla="*/ 13016 h 684529"/>
              <a:gd name="connsiteX7-159" fmla="*/ 45244 w 900862"/>
              <a:gd name="connsiteY7-160" fmla="*/ 274954 h 684529"/>
              <a:gd name="connsiteX8-161" fmla="*/ 0 w 900862"/>
              <a:gd name="connsiteY8-162" fmla="*/ 327341 h 684529"/>
              <a:gd name="connsiteX0-163" fmla="*/ 501 w 901363"/>
              <a:gd name="connsiteY0-164" fmla="*/ 327341 h 684529"/>
              <a:gd name="connsiteX1-165" fmla="*/ 501 w 901363"/>
              <a:gd name="connsiteY1-166" fmla="*/ 620235 h 684529"/>
              <a:gd name="connsiteX2-167" fmla="*/ 55270 w 901363"/>
              <a:gd name="connsiteY2-168" fmla="*/ 684529 h 684529"/>
              <a:gd name="connsiteX3-169" fmla="*/ 841083 w 901363"/>
              <a:gd name="connsiteY3-170" fmla="*/ 684529 h 684529"/>
              <a:gd name="connsiteX4-171" fmla="*/ 898233 w 901363"/>
              <a:gd name="connsiteY4-172" fmla="*/ 627379 h 684529"/>
              <a:gd name="connsiteX5-173" fmla="*/ 898233 w 901363"/>
              <a:gd name="connsiteY5-174" fmla="*/ 65404 h 684529"/>
              <a:gd name="connsiteX6-175" fmla="*/ 829176 w 901363"/>
              <a:gd name="connsiteY6-176" fmla="*/ 13016 h 684529"/>
              <a:gd name="connsiteX7-177" fmla="*/ 45745 w 901363"/>
              <a:gd name="connsiteY7-178" fmla="*/ 274954 h 684529"/>
              <a:gd name="connsiteX8-179" fmla="*/ 501 w 901363"/>
              <a:gd name="connsiteY8-180" fmla="*/ 327341 h 684529"/>
              <a:gd name="connsiteX0-181" fmla="*/ 712 w 901574"/>
              <a:gd name="connsiteY0-182" fmla="*/ 327341 h 688517"/>
              <a:gd name="connsiteX1-183" fmla="*/ 712 w 901574"/>
              <a:gd name="connsiteY1-184" fmla="*/ 620235 h 688517"/>
              <a:gd name="connsiteX2-185" fmla="*/ 55481 w 901574"/>
              <a:gd name="connsiteY2-186" fmla="*/ 684529 h 688517"/>
              <a:gd name="connsiteX3-187" fmla="*/ 841294 w 901574"/>
              <a:gd name="connsiteY3-188" fmla="*/ 684529 h 688517"/>
              <a:gd name="connsiteX4-189" fmla="*/ 898444 w 901574"/>
              <a:gd name="connsiteY4-190" fmla="*/ 627379 h 688517"/>
              <a:gd name="connsiteX5-191" fmla="*/ 898444 w 901574"/>
              <a:gd name="connsiteY5-192" fmla="*/ 65404 h 688517"/>
              <a:gd name="connsiteX6-193" fmla="*/ 829387 w 901574"/>
              <a:gd name="connsiteY6-194" fmla="*/ 13016 h 688517"/>
              <a:gd name="connsiteX7-195" fmla="*/ 45956 w 901574"/>
              <a:gd name="connsiteY7-196" fmla="*/ 274954 h 688517"/>
              <a:gd name="connsiteX8-197" fmla="*/ 712 w 901574"/>
              <a:gd name="connsiteY8-198" fmla="*/ 327341 h 688517"/>
              <a:gd name="connsiteX0-199" fmla="*/ 892 w 901754"/>
              <a:gd name="connsiteY0-200" fmla="*/ 327341 h 684529"/>
              <a:gd name="connsiteX1-201" fmla="*/ 892 w 901754"/>
              <a:gd name="connsiteY1-202" fmla="*/ 620235 h 684529"/>
              <a:gd name="connsiteX2-203" fmla="*/ 55661 w 901754"/>
              <a:gd name="connsiteY2-204" fmla="*/ 684529 h 684529"/>
              <a:gd name="connsiteX3-205" fmla="*/ 841474 w 901754"/>
              <a:gd name="connsiteY3-206" fmla="*/ 684529 h 684529"/>
              <a:gd name="connsiteX4-207" fmla="*/ 898624 w 901754"/>
              <a:gd name="connsiteY4-208" fmla="*/ 627379 h 684529"/>
              <a:gd name="connsiteX5-209" fmla="*/ 898624 w 901754"/>
              <a:gd name="connsiteY5-210" fmla="*/ 65404 h 684529"/>
              <a:gd name="connsiteX6-211" fmla="*/ 829567 w 901754"/>
              <a:gd name="connsiteY6-212" fmla="*/ 13016 h 684529"/>
              <a:gd name="connsiteX7-213" fmla="*/ 46136 w 901754"/>
              <a:gd name="connsiteY7-214" fmla="*/ 274954 h 684529"/>
              <a:gd name="connsiteX8-215" fmla="*/ 892 w 901754"/>
              <a:gd name="connsiteY8-216" fmla="*/ 327341 h 684529"/>
              <a:gd name="connsiteX0-217" fmla="*/ 478 w 901340"/>
              <a:gd name="connsiteY0-218" fmla="*/ 327341 h 684529"/>
              <a:gd name="connsiteX1-219" fmla="*/ 478 w 901340"/>
              <a:gd name="connsiteY1-220" fmla="*/ 620235 h 684529"/>
              <a:gd name="connsiteX2-221" fmla="*/ 55247 w 901340"/>
              <a:gd name="connsiteY2-222" fmla="*/ 684529 h 684529"/>
              <a:gd name="connsiteX3-223" fmla="*/ 841060 w 901340"/>
              <a:gd name="connsiteY3-224" fmla="*/ 684529 h 684529"/>
              <a:gd name="connsiteX4-225" fmla="*/ 898210 w 901340"/>
              <a:gd name="connsiteY4-226" fmla="*/ 627379 h 684529"/>
              <a:gd name="connsiteX5-227" fmla="*/ 898210 w 901340"/>
              <a:gd name="connsiteY5-228" fmla="*/ 65404 h 684529"/>
              <a:gd name="connsiteX6-229" fmla="*/ 829153 w 901340"/>
              <a:gd name="connsiteY6-230" fmla="*/ 13016 h 684529"/>
              <a:gd name="connsiteX7-231" fmla="*/ 45722 w 901340"/>
              <a:gd name="connsiteY7-232" fmla="*/ 274954 h 684529"/>
              <a:gd name="connsiteX8-233" fmla="*/ 478 w 901340"/>
              <a:gd name="connsiteY8-234" fmla="*/ 327341 h 684529"/>
              <a:gd name="connsiteX0-235" fmla="*/ 268 w 901130"/>
              <a:gd name="connsiteY0-236" fmla="*/ 327341 h 689292"/>
              <a:gd name="connsiteX1-237" fmla="*/ 268 w 901130"/>
              <a:gd name="connsiteY1-238" fmla="*/ 620235 h 689292"/>
              <a:gd name="connsiteX2-239" fmla="*/ 93137 w 901130"/>
              <a:gd name="connsiteY2-240" fmla="*/ 689292 h 689292"/>
              <a:gd name="connsiteX3-241" fmla="*/ 840850 w 901130"/>
              <a:gd name="connsiteY3-242" fmla="*/ 684529 h 689292"/>
              <a:gd name="connsiteX4-243" fmla="*/ 898000 w 901130"/>
              <a:gd name="connsiteY4-244" fmla="*/ 627379 h 689292"/>
              <a:gd name="connsiteX5-245" fmla="*/ 898000 w 901130"/>
              <a:gd name="connsiteY5-246" fmla="*/ 65404 h 689292"/>
              <a:gd name="connsiteX6-247" fmla="*/ 828943 w 901130"/>
              <a:gd name="connsiteY6-248" fmla="*/ 13016 h 689292"/>
              <a:gd name="connsiteX7-249" fmla="*/ 45512 w 901130"/>
              <a:gd name="connsiteY7-250" fmla="*/ 274954 h 689292"/>
              <a:gd name="connsiteX8-251" fmla="*/ 268 w 901130"/>
              <a:gd name="connsiteY8-252" fmla="*/ 327341 h 689292"/>
              <a:gd name="connsiteX0-253" fmla="*/ 493 w 901355"/>
              <a:gd name="connsiteY0-254" fmla="*/ 327341 h 689292"/>
              <a:gd name="connsiteX1-255" fmla="*/ 493 w 901355"/>
              <a:gd name="connsiteY1-256" fmla="*/ 620235 h 689292"/>
              <a:gd name="connsiteX2-257" fmla="*/ 93362 w 901355"/>
              <a:gd name="connsiteY2-258" fmla="*/ 689292 h 689292"/>
              <a:gd name="connsiteX3-259" fmla="*/ 841075 w 901355"/>
              <a:gd name="connsiteY3-260" fmla="*/ 684529 h 689292"/>
              <a:gd name="connsiteX4-261" fmla="*/ 898225 w 901355"/>
              <a:gd name="connsiteY4-262" fmla="*/ 627379 h 689292"/>
              <a:gd name="connsiteX5-263" fmla="*/ 898225 w 901355"/>
              <a:gd name="connsiteY5-264" fmla="*/ 65404 h 689292"/>
              <a:gd name="connsiteX6-265" fmla="*/ 829168 w 901355"/>
              <a:gd name="connsiteY6-266" fmla="*/ 13016 h 689292"/>
              <a:gd name="connsiteX7-267" fmla="*/ 45737 w 901355"/>
              <a:gd name="connsiteY7-268" fmla="*/ 274954 h 689292"/>
              <a:gd name="connsiteX8-269" fmla="*/ 493 w 901355"/>
              <a:gd name="connsiteY8-270" fmla="*/ 327341 h 689292"/>
              <a:gd name="connsiteX0-271" fmla="*/ 493 w 901355"/>
              <a:gd name="connsiteY0-272" fmla="*/ 327341 h 689292"/>
              <a:gd name="connsiteX1-273" fmla="*/ 493 w 901355"/>
              <a:gd name="connsiteY1-274" fmla="*/ 620235 h 689292"/>
              <a:gd name="connsiteX2-275" fmla="*/ 93362 w 901355"/>
              <a:gd name="connsiteY2-276" fmla="*/ 689292 h 689292"/>
              <a:gd name="connsiteX3-277" fmla="*/ 848219 w 901355"/>
              <a:gd name="connsiteY3-278" fmla="*/ 684529 h 689292"/>
              <a:gd name="connsiteX4-279" fmla="*/ 898225 w 901355"/>
              <a:gd name="connsiteY4-280" fmla="*/ 627379 h 689292"/>
              <a:gd name="connsiteX5-281" fmla="*/ 898225 w 901355"/>
              <a:gd name="connsiteY5-282" fmla="*/ 65404 h 689292"/>
              <a:gd name="connsiteX6-283" fmla="*/ 829168 w 901355"/>
              <a:gd name="connsiteY6-284" fmla="*/ 13016 h 689292"/>
              <a:gd name="connsiteX7-285" fmla="*/ 45737 w 901355"/>
              <a:gd name="connsiteY7-286" fmla="*/ 274954 h 689292"/>
              <a:gd name="connsiteX8-287" fmla="*/ 493 w 901355"/>
              <a:gd name="connsiteY8-288" fmla="*/ 327341 h 689292"/>
              <a:gd name="connsiteX0-289" fmla="*/ 493 w 901355"/>
              <a:gd name="connsiteY0-290" fmla="*/ 327341 h 689292"/>
              <a:gd name="connsiteX1-291" fmla="*/ 493 w 901355"/>
              <a:gd name="connsiteY1-292" fmla="*/ 620235 h 689292"/>
              <a:gd name="connsiteX2-293" fmla="*/ 93362 w 901355"/>
              <a:gd name="connsiteY2-294" fmla="*/ 689292 h 689292"/>
              <a:gd name="connsiteX3-295" fmla="*/ 848219 w 901355"/>
              <a:gd name="connsiteY3-296" fmla="*/ 684529 h 689292"/>
              <a:gd name="connsiteX4-297" fmla="*/ 898225 w 901355"/>
              <a:gd name="connsiteY4-298" fmla="*/ 627379 h 689292"/>
              <a:gd name="connsiteX5-299" fmla="*/ 898225 w 901355"/>
              <a:gd name="connsiteY5-300" fmla="*/ 65404 h 689292"/>
              <a:gd name="connsiteX6-301" fmla="*/ 829168 w 901355"/>
              <a:gd name="connsiteY6-302" fmla="*/ 13016 h 689292"/>
              <a:gd name="connsiteX7-303" fmla="*/ 45737 w 901355"/>
              <a:gd name="connsiteY7-304" fmla="*/ 274954 h 689292"/>
              <a:gd name="connsiteX8-305" fmla="*/ 493 w 901355"/>
              <a:gd name="connsiteY8-306" fmla="*/ 327341 h 689292"/>
              <a:gd name="connsiteX0-307" fmla="*/ 493 w 907750"/>
              <a:gd name="connsiteY0-308" fmla="*/ 327341 h 689292"/>
              <a:gd name="connsiteX1-309" fmla="*/ 493 w 907750"/>
              <a:gd name="connsiteY1-310" fmla="*/ 620235 h 689292"/>
              <a:gd name="connsiteX2-311" fmla="*/ 93362 w 907750"/>
              <a:gd name="connsiteY2-312" fmla="*/ 689292 h 689292"/>
              <a:gd name="connsiteX3-313" fmla="*/ 848219 w 907750"/>
              <a:gd name="connsiteY3-314" fmla="*/ 684529 h 689292"/>
              <a:gd name="connsiteX4-315" fmla="*/ 907750 w 907750"/>
              <a:gd name="connsiteY4-316" fmla="*/ 627379 h 689292"/>
              <a:gd name="connsiteX5-317" fmla="*/ 898225 w 907750"/>
              <a:gd name="connsiteY5-318" fmla="*/ 65404 h 689292"/>
              <a:gd name="connsiteX6-319" fmla="*/ 829168 w 907750"/>
              <a:gd name="connsiteY6-320" fmla="*/ 13016 h 689292"/>
              <a:gd name="connsiteX7-321" fmla="*/ 45737 w 907750"/>
              <a:gd name="connsiteY7-322" fmla="*/ 274954 h 689292"/>
              <a:gd name="connsiteX8-323" fmla="*/ 493 w 907750"/>
              <a:gd name="connsiteY8-324" fmla="*/ 327341 h 689292"/>
              <a:gd name="connsiteX0-325" fmla="*/ 493 w 907750"/>
              <a:gd name="connsiteY0-326" fmla="*/ 328690 h 690641"/>
              <a:gd name="connsiteX1-327" fmla="*/ 493 w 907750"/>
              <a:gd name="connsiteY1-328" fmla="*/ 621584 h 690641"/>
              <a:gd name="connsiteX2-329" fmla="*/ 93362 w 907750"/>
              <a:gd name="connsiteY2-330" fmla="*/ 690641 h 690641"/>
              <a:gd name="connsiteX3-331" fmla="*/ 848219 w 907750"/>
              <a:gd name="connsiteY3-332" fmla="*/ 685878 h 690641"/>
              <a:gd name="connsiteX4-333" fmla="*/ 907750 w 907750"/>
              <a:gd name="connsiteY4-334" fmla="*/ 628728 h 690641"/>
              <a:gd name="connsiteX5-335" fmla="*/ 898225 w 907750"/>
              <a:gd name="connsiteY5-336" fmla="*/ 66753 h 690641"/>
              <a:gd name="connsiteX6-337" fmla="*/ 829168 w 907750"/>
              <a:gd name="connsiteY6-338" fmla="*/ 14365 h 690641"/>
              <a:gd name="connsiteX7-339" fmla="*/ 45737 w 907750"/>
              <a:gd name="connsiteY7-340" fmla="*/ 276303 h 690641"/>
              <a:gd name="connsiteX8-341" fmla="*/ 493 w 907750"/>
              <a:gd name="connsiteY8-342" fmla="*/ 328690 h 690641"/>
              <a:gd name="connsiteX0-343" fmla="*/ 493 w 907750"/>
              <a:gd name="connsiteY0-344" fmla="*/ 328690 h 690641"/>
              <a:gd name="connsiteX1-345" fmla="*/ 493 w 907750"/>
              <a:gd name="connsiteY1-346" fmla="*/ 621584 h 690641"/>
              <a:gd name="connsiteX2-347" fmla="*/ 93362 w 907750"/>
              <a:gd name="connsiteY2-348" fmla="*/ 690641 h 690641"/>
              <a:gd name="connsiteX3-349" fmla="*/ 848219 w 907750"/>
              <a:gd name="connsiteY3-350" fmla="*/ 685878 h 690641"/>
              <a:gd name="connsiteX4-351" fmla="*/ 907750 w 907750"/>
              <a:gd name="connsiteY4-352" fmla="*/ 628728 h 690641"/>
              <a:gd name="connsiteX5-353" fmla="*/ 898225 w 907750"/>
              <a:gd name="connsiteY5-354" fmla="*/ 66753 h 690641"/>
              <a:gd name="connsiteX6-355" fmla="*/ 829168 w 907750"/>
              <a:gd name="connsiteY6-356" fmla="*/ 14365 h 690641"/>
              <a:gd name="connsiteX7-357" fmla="*/ 45737 w 907750"/>
              <a:gd name="connsiteY7-358" fmla="*/ 276303 h 690641"/>
              <a:gd name="connsiteX8-359" fmla="*/ 493 w 907750"/>
              <a:gd name="connsiteY8-360" fmla="*/ 328690 h 690641"/>
              <a:gd name="connsiteX0-361" fmla="*/ 493 w 909294"/>
              <a:gd name="connsiteY0-362" fmla="*/ 328690 h 690641"/>
              <a:gd name="connsiteX1-363" fmla="*/ 493 w 909294"/>
              <a:gd name="connsiteY1-364" fmla="*/ 621584 h 690641"/>
              <a:gd name="connsiteX2-365" fmla="*/ 93362 w 909294"/>
              <a:gd name="connsiteY2-366" fmla="*/ 690641 h 690641"/>
              <a:gd name="connsiteX3-367" fmla="*/ 848219 w 909294"/>
              <a:gd name="connsiteY3-368" fmla="*/ 685878 h 690641"/>
              <a:gd name="connsiteX4-369" fmla="*/ 907750 w 909294"/>
              <a:gd name="connsiteY4-370" fmla="*/ 628728 h 690641"/>
              <a:gd name="connsiteX5-371" fmla="*/ 898225 w 909294"/>
              <a:gd name="connsiteY5-372" fmla="*/ 66753 h 690641"/>
              <a:gd name="connsiteX6-373" fmla="*/ 829168 w 909294"/>
              <a:gd name="connsiteY6-374" fmla="*/ 14365 h 690641"/>
              <a:gd name="connsiteX7-375" fmla="*/ 45737 w 909294"/>
              <a:gd name="connsiteY7-376" fmla="*/ 276303 h 690641"/>
              <a:gd name="connsiteX8-377" fmla="*/ 493 w 909294"/>
              <a:gd name="connsiteY8-378" fmla="*/ 328690 h 690641"/>
              <a:gd name="connsiteX0-379" fmla="*/ 493 w 907750"/>
              <a:gd name="connsiteY0-380" fmla="*/ 328690 h 690641"/>
              <a:gd name="connsiteX1-381" fmla="*/ 493 w 907750"/>
              <a:gd name="connsiteY1-382" fmla="*/ 621584 h 690641"/>
              <a:gd name="connsiteX2-383" fmla="*/ 93362 w 907750"/>
              <a:gd name="connsiteY2-384" fmla="*/ 690641 h 690641"/>
              <a:gd name="connsiteX3-385" fmla="*/ 848219 w 907750"/>
              <a:gd name="connsiteY3-386" fmla="*/ 685878 h 690641"/>
              <a:gd name="connsiteX4-387" fmla="*/ 907750 w 907750"/>
              <a:gd name="connsiteY4-388" fmla="*/ 628728 h 690641"/>
              <a:gd name="connsiteX5-389" fmla="*/ 898225 w 907750"/>
              <a:gd name="connsiteY5-390" fmla="*/ 66753 h 690641"/>
              <a:gd name="connsiteX6-391" fmla="*/ 829168 w 907750"/>
              <a:gd name="connsiteY6-392" fmla="*/ 14365 h 690641"/>
              <a:gd name="connsiteX7-393" fmla="*/ 45737 w 907750"/>
              <a:gd name="connsiteY7-394" fmla="*/ 276303 h 690641"/>
              <a:gd name="connsiteX8-395" fmla="*/ 493 w 907750"/>
              <a:gd name="connsiteY8-396" fmla="*/ 328690 h 690641"/>
              <a:gd name="connsiteX0-397" fmla="*/ 493 w 907750"/>
              <a:gd name="connsiteY0-398" fmla="*/ 328690 h 690641"/>
              <a:gd name="connsiteX1-399" fmla="*/ 493 w 907750"/>
              <a:gd name="connsiteY1-400" fmla="*/ 621584 h 690641"/>
              <a:gd name="connsiteX2-401" fmla="*/ 93362 w 907750"/>
              <a:gd name="connsiteY2-402" fmla="*/ 690641 h 690641"/>
              <a:gd name="connsiteX3-403" fmla="*/ 848219 w 907750"/>
              <a:gd name="connsiteY3-404" fmla="*/ 685878 h 690641"/>
              <a:gd name="connsiteX4-405" fmla="*/ 907750 w 907750"/>
              <a:gd name="connsiteY4-406" fmla="*/ 578722 h 690641"/>
              <a:gd name="connsiteX5-407" fmla="*/ 898225 w 907750"/>
              <a:gd name="connsiteY5-408" fmla="*/ 66753 h 690641"/>
              <a:gd name="connsiteX6-409" fmla="*/ 829168 w 907750"/>
              <a:gd name="connsiteY6-410" fmla="*/ 14365 h 690641"/>
              <a:gd name="connsiteX7-411" fmla="*/ 45737 w 907750"/>
              <a:gd name="connsiteY7-412" fmla="*/ 276303 h 690641"/>
              <a:gd name="connsiteX8-413" fmla="*/ 493 w 907750"/>
              <a:gd name="connsiteY8-414" fmla="*/ 328690 h 690641"/>
              <a:gd name="connsiteX0-415" fmla="*/ 493 w 910346"/>
              <a:gd name="connsiteY0-416" fmla="*/ 328690 h 690641"/>
              <a:gd name="connsiteX1-417" fmla="*/ 493 w 910346"/>
              <a:gd name="connsiteY1-418" fmla="*/ 621584 h 690641"/>
              <a:gd name="connsiteX2-419" fmla="*/ 93362 w 910346"/>
              <a:gd name="connsiteY2-420" fmla="*/ 690641 h 690641"/>
              <a:gd name="connsiteX3-421" fmla="*/ 848219 w 910346"/>
              <a:gd name="connsiteY3-422" fmla="*/ 685878 h 690641"/>
              <a:gd name="connsiteX4-423" fmla="*/ 907750 w 910346"/>
              <a:gd name="connsiteY4-424" fmla="*/ 578722 h 690641"/>
              <a:gd name="connsiteX5-425" fmla="*/ 898225 w 910346"/>
              <a:gd name="connsiteY5-426" fmla="*/ 66753 h 690641"/>
              <a:gd name="connsiteX6-427" fmla="*/ 829168 w 910346"/>
              <a:gd name="connsiteY6-428" fmla="*/ 14365 h 690641"/>
              <a:gd name="connsiteX7-429" fmla="*/ 45737 w 910346"/>
              <a:gd name="connsiteY7-430" fmla="*/ 276303 h 690641"/>
              <a:gd name="connsiteX8-431" fmla="*/ 493 w 910346"/>
              <a:gd name="connsiteY8-432" fmla="*/ 328690 h 690641"/>
              <a:gd name="connsiteX0-433" fmla="*/ 493 w 908243"/>
              <a:gd name="connsiteY0-434" fmla="*/ 328690 h 690641"/>
              <a:gd name="connsiteX1-435" fmla="*/ 493 w 908243"/>
              <a:gd name="connsiteY1-436" fmla="*/ 621584 h 690641"/>
              <a:gd name="connsiteX2-437" fmla="*/ 93362 w 908243"/>
              <a:gd name="connsiteY2-438" fmla="*/ 690641 h 690641"/>
              <a:gd name="connsiteX3-439" fmla="*/ 848219 w 908243"/>
              <a:gd name="connsiteY3-440" fmla="*/ 685878 h 690641"/>
              <a:gd name="connsiteX4-441" fmla="*/ 907750 w 908243"/>
              <a:gd name="connsiteY4-442" fmla="*/ 578722 h 690641"/>
              <a:gd name="connsiteX5-443" fmla="*/ 898225 w 908243"/>
              <a:gd name="connsiteY5-444" fmla="*/ 66753 h 690641"/>
              <a:gd name="connsiteX6-445" fmla="*/ 829168 w 908243"/>
              <a:gd name="connsiteY6-446" fmla="*/ 14365 h 690641"/>
              <a:gd name="connsiteX7-447" fmla="*/ 45737 w 908243"/>
              <a:gd name="connsiteY7-448" fmla="*/ 276303 h 690641"/>
              <a:gd name="connsiteX8-449" fmla="*/ 493 w 908243"/>
              <a:gd name="connsiteY8-450" fmla="*/ 328690 h 690641"/>
              <a:gd name="connsiteX0-451" fmla="*/ 493 w 908243"/>
              <a:gd name="connsiteY0-452" fmla="*/ 359647 h 690641"/>
              <a:gd name="connsiteX1-453" fmla="*/ 493 w 908243"/>
              <a:gd name="connsiteY1-454" fmla="*/ 621584 h 690641"/>
              <a:gd name="connsiteX2-455" fmla="*/ 93362 w 908243"/>
              <a:gd name="connsiteY2-456" fmla="*/ 690641 h 690641"/>
              <a:gd name="connsiteX3-457" fmla="*/ 848219 w 908243"/>
              <a:gd name="connsiteY3-458" fmla="*/ 685878 h 690641"/>
              <a:gd name="connsiteX4-459" fmla="*/ 907750 w 908243"/>
              <a:gd name="connsiteY4-460" fmla="*/ 578722 h 690641"/>
              <a:gd name="connsiteX5-461" fmla="*/ 898225 w 908243"/>
              <a:gd name="connsiteY5-462" fmla="*/ 66753 h 690641"/>
              <a:gd name="connsiteX6-463" fmla="*/ 829168 w 908243"/>
              <a:gd name="connsiteY6-464" fmla="*/ 14365 h 690641"/>
              <a:gd name="connsiteX7-465" fmla="*/ 45737 w 908243"/>
              <a:gd name="connsiteY7-466" fmla="*/ 276303 h 690641"/>
              <a:gd name="connsiteX8-467" fmla="*/ 493 w 908243"/>
              <a:gd name="connsiteY8-468" fmla="*/ 359647 h 690641"/>
              <a:gd name="connsiteX0-469" fmla="*/ 493 w 908243"/>
              <a:gd name="connsiteY0-470" fmla="*/ 354885 h 690641"/>
              <a:gd name="connsiteX1-471" fmla="*/ 493 w 908243"/>
              <a:gd name="connsiteY1-472" fmla="*/ 621584 h 690641"/>
              <a:gd name="connsiteX2-473" fmla="*/ 93362 w 908243"/>
              <a:gd name="connsiteY2-474" fmla="*/ 690641 h 690641"/>
              <a:gd name="connsiteX3-475" fmla="*/ 848219 w 908243"/>
              <a:gd name="connsiteY3-476" fmla="*/ 685878 h 690641"/>
              <a:gd name="connsiteX4-477" fmla="*/ 907750 w 908243"/>
              <a:gd name="connsiteY4-478" fmla="*/ 578722 h 690641"/>
              <a:gd name="connsiteX5-479" fmla="*/ 898225 w 908243"/>
              <a:gd name="connsiteY5-480" fmla="*/ 66753 h 690641"/>
              <a:gd name="connsiteX6-481" fmla="*/ 829168 w 908243"/>
              <a:gd name="connsiteY6-482" fmla="*/ 14365 h 690641"/>
              <a:gd name="connsiteX7-483" fmla="*/ 45737 w 908243"/>
              <a:gd name="connsiteY7-484" fmla="*/ 276303 h 690641"/>
              <a:gd name="connsiteX8-485" fmla="*/ 493 w 908243"/>
              <a:gd name="connsiteY8-486" fmla="*/ 354885 h 690641"/>
              <a:gd name="connsiteX0-487" fmla="*/ 1323 w 909073"/>
              <a:gd name="connsiteY0-488" fmla="*/ 354885 h 690641"/>
              <a:gd name="connsiteX1-489" fmla="*/ 1323 w 909073"/>
              <a:gd name="connsiteY1-490" fmla="*/ 621584 h 690641"/>
              <a:gd name="connsiteX2-491" fmla="*/ 94192 w 909073"/>
              <a:gd name="connsiteY2-492" fmla="*/ 690641 h 690641"/>
              <a:gd name="connsiteX3-493" fmla="*/ 849049 w 909073"/>
              <a:gd name="connsiteY3-494" fmla="*/ 685878 h 690641"/>
              <a:gd name="connsiteX4-495" fmla="*/ 908580 w 909073"/>
              <a:gd name="connsiteY4-496" fmla="*/ 578722 h 690641"/>
              <a:gd name="connsiteX5-497" fmla="*/ 899055 w 909073"/>
              <a:gd name="connsiteY5-498" fmla="*/ 66753 h 690641"/>
              <a:gd name="connsiteX6-499" fmla="*/ 829998 w 909073"/>
              <a:gd name="connsiteY6-500" fmla="*/ 14365 h 690641"/>
              <a:gd name="connsiteX7-501" fmla="*/ 46567 w 909073"/>
              <a:gd name="connsiteY7-502" fmla="*/ 276303 h 690641"/>
              <a:gd name="connsiteX8-503" fmla="*/ 1323 w 909073"/>
              <a:gd name="connsiteY8-504" fmla="*/ 354885 h 690641"/>
              <a:gd name="connsiteX0-505" fmla="*/ 494 w 908244"/>
              <a:gd name="connsiteY0-506" fmla="*/ 354885 h 690641"/>
              <a:gd name="connsiteX1-507" fmla="*/ 494 w 908244"/>
              <a:gd name="connsiteY1-508" fmla="*/ 621584 h 690641"/>
              <a:gd name="connsiteX2-509" fmla="*/ 93363 w 908244"/>
              <a:gd name="connsiteY2-510" fmla="*/ 690641 h 690641"/>
              <a:gd name="connsiteX3-511" fmla="*/ 848220 w 908244"/>
              <a:gd name="connsiteY3-512" fmla="*/ 685878 h 690641"/>
              <a:gd name="connsiteX4-513" fmla="*/ 907751 w 908244"/>
              <a:gd name="connsiteY4-514" fmla="*/ 578722 h 690641"/>
              <a:gd name="connsiteX5-515" fmla="*/ 898226 w 908244"/>
              <a:gd name="connsiteY5-516" fmla="*/ 66753 h 690641"/>
              <a:gd name="connsiteX6-517" fmla="*/ 829169 w 908244"/>
              <a:gd name="connsiteY6-518" fmla="*/ 14365 h 690641"/>
              <a:gd name="connsiteX7-519" fmla="*/ 45738 w 908244"/>
              <a:gd name="connsiteY7-520" fmla="*/ 276303 h 690641"/>
              <a:gd name="connsiteX8-521" fmla="*/ 494 w 908244"/>
              <a:gd name="connsiteY8-522" fmla="*/ 354885 h 690641"/>
              <a:gd name="connsiteX0-523" fmla="*/ 1322 w 909072"/>
              <a:gd name="connsiteY0-524" fmla="*/ 354885 h 690641"/>
              <a:gd name="connsiteX1-525" fmla="*/ 1322 w 909072"/>
              <a:gd name="connsiteY1-526" fmla="*/ 621584 h 690641"/>
              <a:gd name="connsiteX2-527" fmla="*/ 94191 w 909072"/>
              <a:gd name="connsiteY2-528" fmla="*/ 690641 h 690641"/>
              <a:gd name="connsiteX3-529" fmla="*/ 849048 w 909072"/>
              <a:gd name="connsiteY3-530" fmla="*/ 685878 h 690641"/>
              <a:gd name="connsiteX4-531" fmla="*/ 908579 w 909072"/>
              <a:gd name="connsiteY4-532" fmla="*/ 578722 h 690641"/>
              <a:gd name="connsiteX5-533" fmla="*/ 899054 w 909072"/>
              <a:gd name="connsiteY5-534" fmla="*/ 66753 h 690641"/>
              <a:gd name="connsiteX6-535" fmla="*/ 829997 w 909072"/>
              <a:gd name="connsiteY6-536" fmla="*/ 14365 h 690641"/>
              <a:gd name="connsiteX7-537" fmla="*/ 46566 w 909072"/>
              <a:gd name="connsiteY7-538" fmla="*/ 276303 h 690641"/>
              <a:gd name="connsiteX8-539" fmla="*/ 1322 w 909072"/>
              <a:gd name="connsiteY8-540" fmla="*/ 354885 h 690641"/>
              <a:gd name="connsiteX0-541" fmla="*/ 494 w 908244"/>
              <a:gd name="connsiteY0-542" fmla="*/ 354885 h 690641"/>
              <a:gd name="connsiteX1-543" fmla="*/ 494 w 908244"/>
              <a:gd name="connsiteY1-544" fmla="*/ 621584 h 690641"/>
              <a:gd name="connsiteX2-545" fmla="*/ 93363 w 908244"/>
              <a:gd name="connsiteY2-546" fmla="*/ 690641 h 690641"/>
              <a:gd name="connsiteX3-547" fmla="*/ 848220 w 908244"/>
              <a:gd name="connsiteY3-548" fmla="*/ 685878 h 690641"/>
              <a:gd name="connsiteX4-549" fmla="*/ 907751 w 908244"/>
              <a:gd name="connsiteY4-550" fmla="*/ 578722 h 690641"/>
              <a:gd name="connsiteX5-551" fmla="*/ 898226 w 908244"/>
              <a:gd name="connsiteY5-552" fmla="*/ 66753 h 690641"/>
              <a:gd name="connsiteX6-553" fmla="*/ 829169 w 908244"/>
              <a:gd name="connsiteY6-554" fmla="*/ 14365 h 690641"/>
              <a:gd name="connsiteX7-555" fmla="*/ 45738 w 908244"/>
              <a:gd name="connsiteY7-556" fmla="*/ 276303 h 690641"/>
              <a:gd name="connsiteX8-557" fmla="*/ 494 w 908244"/>
              <a:gd name="connsiteY8-558" fmla="*/ 354885 h 690641"/>
              <a:gd name="connsiteX0-559" fmla="*/ 1322 w 909072"/>
              <a:gd name="connsiteY0-560" fmla="*/ 354885 h 690641"/>
              <a:gd name="connsiteX1-561" fmla="*/ 1322 w 909072"/>
              <a:gd name="connsiteY1-562" fmla="*/ 621584 h 690641"/>
              <a:gd name="connsiteX2-563" fmla="*/ 94191 w 909072"/>
              <a:gd name="connsiteY2-564" fmla="*/ 690641 h 690641"/>
              <a:gd name="connsiteX3-565" fmla="*/ 849048 w 909072"/>
              <a:gd name="connsiteY3-566" fmla="*/ 685878 h 690641"/>
              <a:gd name="connsiteX4-567" fmla="*/ 908579 w 909072"/>
              <a:gd name="connsiteY4-568" fmla="*/ 578722 h 690641"/>
              <a:gd name="connsiteX5-569" fmla="*/ 899054 w 909072"/>
              <a:gd name="connsiteY5-570" fmla="*/ 66753 h 690641"/>
              <a:gd name="connsiteX6-571" fmla="*/ 829997 w 909072"/>
              <a:gd name="connsiteY6-572" fmla="*/ 14365 h 690641"/>
              <a:gd name="connsiteX7-573" fmla="*/ 46566 w 909072"/>
              <a:gd name="connsiteY7-574" fmla="*/ 276303 h 690641"/>
              <a:gd name="connsiteX8-575" fmla="*/ 1322 w 909072"/>
              <a:gd name="connsiteY8-576" fmla="*/ 354885 h 690641"/>
              <a:gd name="connsiteX0-577" fmla="*/ 1322 w 909072"/>
              <a:gd name="connsiteY0-578" fmla="*/ 385842 h 690641"/>
              <a:gd name="connsiteX1-579" fmla="*/ 1322 w 909072"/>
              <a:gd name="connsiteY1-580" fmla="*/ 621584 h 690641"/>
              <a:gd name="connsiteX2-581" fmla="*/ 94191 w 909072"/>
              <a:gd name="connsiteY2-582" fmla="*/ 690641 h 690641"/>
              <a:gd name="connsiteX3-583" fmla="*/ 849048 w 909072"/>
              <a:gd name="connsiteY3-584" fmla="*/ 685878 h 690641"/>
              <a:gd name="connsiteX4-585" fmla="*/ 908579 w 909072"/>
              <a:gd name="connsiteY4-586" fmla="*/ 578722 h 690641"/>
              <a:gd name="connsiteX5-587" fmla="*/ 899054 w 909072"/>
              <a:gd name="connsiteY5-588" fmla="*/ 66753 h 690641"/>
              <a:gd name="connsiteX6-589" fmla="*/ 829997 w 909072"/>
              <a:gd name="connsiteY6-590" fmla="*/ 14365 h 690641"/>
              <a:gd name="connsiteX7-591" fmla="*/ 46566 w 909072"/>
              <a:gd name="connsiteY7-592" fmla="*/ 276303 h 690641"/>
              <a:gd name="connsiteX8-593" fmla="*/ 1322 w 909072"/>
              <a:gd name="connsiteY8-594" fmla="*/ 385842 h 690641"/>
              <a:gd name="connsiteX0-595" fmla="*/ 494 w 908244"/>
              <a:gd name="connsiteY0-596" fmla="*/ 385842 h 690641"/>
              <a:gd name="connsiteX1-597" fmla="*/ 494 w 908244"/>
              <a:gd name="connsiteY1-598" fmla="*/ 621584 h 690641"/>
              <a:gd name="connsiteX2-599" fmla="*/ 93363 w 908244"/>
              <a:gd name="connsiteY2-600" fmla="*/ 690641 h 690641"/>
              <a:gd name="connsiteX3-601" fmla="*/ 848220 w 908244"/>
              <a:gd name="connsiteY3-602" fmla="*/ 685878 h 690641"/>
              <a:gd name="connsiteX4-603" fmla="*/ 907751 w 908244"/>
              <a:gd name="connsiteY4-604" fmla="*/ 578722 h 690641"/>
              <a:gd name="connsiteX5-605" fmla="*/ 898226 w 908244"/>
              <a:gd name="connsiteY5-606" fmla="*/ 66753 h 690641"/>
              <a:gd name="connsiteX6-607" fmla="*/ 829169 w 908244"/>
              <a:gd name="connsiteY6-608" fmla="*/ 14365 h 690641"/>
              <a:gd name="connsiteX7-609" fmla="*/ 45738 w 908244"/>
              <a:gd name="connsiteY7-610" fmla="*/ 276303 h 690641"/>
              <a:gd name="connsiteX8-611" fmla="*/ 494 w 908244"/>
              <a:gd name="connsiteY8-612" fmla="*/ 385842 h 690641"/>
              <a:gd name="connsiteX0-613" fmla="*/ 494 w 908244"/>
              <a:gd name="connsiteY0-614" fmla="*/ 385842 h 690641"/>
              <a:gd name="connsiteX1-615" fmla="*/ 494 w 908244"/>
              <a:gd name="connsiteY1-616" fmla="*/ 621584 h 690641"/>
              <a:gd name="connsiteX2-617" fmla="*/ 93363 w 908244"/>
              <a:gd name="connsiteY2-618" fmla="*/ 690641 h 690641"/>
              <a:gd name="connsiteX3-619" fmla="*/ 848220 w 908244"/>
              <a:gd name="connsiteY3-620" fmla="*/ 685878 h 690641"/>
              <a:gd name="connsiteX4-621" fmla="*/ 907751 w 908244"/>
              <a:gd name="connsiteY4-622" fmla="*/ 578722 h 690641"/>
              <a:gd name="connsiteX5-623" fmla="*/ 898226 w 908244"/>
              <a:gd name="connsiteY5-624" fmla="*/ 66753 h 690641"/>
              <a:gd name="connsiteX6-625" fmla="*/ 829169 w 908244"/>
              <a:gd name="connsiteY6-626" fmla="*/ 14365 h 690641"/>
              <a:gd name="connsiteX7-627" fmla="*/ 45738 w 908244"/>
              <a:gd name="connsiteY7-628" fmla="*/ 276303 h 690641"/>
              <a:gd name="connsiteX8-629" fmla="*/ 494 w 908244"/>
              <a:gd name="connsiteY8-630" fmla="*/ 385842 h 690641"/>
              <a:gd name="connsiteX0-631" fmla="*/ 494 w 908244"/>
              <a:gd name="connsiteY0-632" fmla="*/ 385842 h 690641"/>
              <a:gd name="connsiteX1-633" fmla="*/ 494 w 908244"/>
              <a:gd name="connsiteY1-634" fmla="*/ 595390 h 690641"/>
              <a:gd name="connsiteX2-635" fmla="*/ 93363 w 908244"/>
              <a:gd name="connsiteY2-636" fmla="*/ 690641 h 690641"/>
              <a:gd name="connsiteX3-637" fmla="*/ 848220 w 908244"/>
              <a:gd name="connsiteY3-638" fmla="*/ 685878 h 690641"/>
              <a:gd name="connsiteX4-639" fmla="*/ 907751 w 908244"/>
              <a:gd name="connsiteY4-640" fmla="*/ 578722 h 690641"/>
              <a:gd name="connsiteX5-641" fmla="*/ 898226 w 908244"/>
              <a:gd name="connsiteY5-642" fmla="*/ 66753 h 690641"/>
              <a:gd name="connsiteX6-643" fmla="*/ 829169 w 908244"/>
              <a:gd name="connsiteY6-644" fmla="*/ 14365 h 690641"/>
              <a:gd name="connsiteX7-645" fmla="*/ 45738 w 908244"/>
              <a:gd name="connsiteY7-646" fmla="*/ 276303 h 690641"/>
              <a:gd name="connsiteX8-647" fmla="*/ 494 w 908244"/>
              <a:gd name="connsiteY8-648" fmla="*/ 385842 h 690641"/>
              <a:gd name="connsiteX0-649" fmla="*/ 920 w 908670"/>
              <a:gd name="connsiteY0-650" fmla="*/ 385842 h 690641"/>
              <a:gd name="connsiteX1-651" fmla="*/ 920 w 908670"/>
              <a:gd name="connsiteY1-652" fmla="*/ 595390 h 690641"/>
              <a:gd name="connsiteX2-653" fmla="*/ 93789 w 908670"/>
              <a:gd name="connsiteY2-654" fmla="*/ 690641 h 690641"/>
              <a:gd name="connsiteX3-655" fmla="*/ 848646 w 908670"/>
              <a:gd name="connsiteY3-656" fmla="*/ 685878 h 690641"/>
              <a:gd name="connsiteX4-657" fmla="*/ 908177 w 908670"/>
              <a:gd name="connsiteY4-658" fmla="*/ 578722 h 690641"/>
              <a:gd name="connsiteX5-659" fmla="*/ 898652 w 908670"/>
              <a:gd name="connsiteY5-660" fmla="*/ 66753 h 690641"/>
              <a:gd name="connsiteX6-661" fmla="*/ 829595 w 908670"/>
              <a:gd name="connsiteY6-662" fmla="*/ 14365 h 690641"/>
              <a:gd name="connsiteX7-663" fmla="*/ 46164 w 908670"/>
              <a:gd name="connsiteY7-664" fmla="*/ 276303 h 690641"/>
              <a:gd name="connsiteX8-665" fmla="*/ 920 w 908670"/>
              <a:gd name="connsiteY8-666" fmla="*/ 385842 h 690641"/>
              <a:gd name="connsiteX0-667" fmla="*/ 882 w 908632"/>
              <a:gd name="connsiteY0-668" fmla="*/ 385842 h 694528"/>
              <a:gd name="connsiteX1-669" fmla="*/ 882 w 908632"/>
              <a:gd name="connsiteY1-670" fmla="*/ 595390 h 694528"/>
              <a:gd name="connsiteX2-671" fmla="*/ 93751 w 908632"/>
              <a:gd name="connsiteY2-672" fmla="*/ 690641 h 694528"/>
              <a:gd name="connsiteX3-673" fmla="*/ 848608 w 908632"/>
              <a:gd name="connsiteY3-674" fmla="*/ 685878 h 694528"/>
              <a:gd name="connsiteX4-675" fmla="*/ 908139 w 908632"/>
              <a:gd name="connsiteY4-676" fmla="*/ 578722 h 694528"/>
              <a:gd name="connsiteX5-677" fmla="*/ 898614 w 908632"/>
              <a:gd name="connsiteY5-678" fmla="*/ 66753 h 694528"/>
              <a:gd name="connsiteX6-679" fmla="*/ 829557 w 908632"/>
              <a:gd name="connsiteY6-680" fmla="*/ 14365 h 694528"/>
              <a:gd name="connsiteX7-681" fmla="*/ 46126 w 908632"/>
              <a:gd name="connsiteY7-682" fmla="*/ 276303 h 694528"/>
              <a:gd name="connsiteX8-683" fmla="*/ 882 w 908632"/>
              <a:gd name="connsiteY8-684" fmla="*/ 385842 h 694528"/>
              <a:gd name="connsiteX0-685" fmla="*/ 882 w 908632"/>
              <a:gd name="connsiteY0-686" fmla="*/ 385842 h 691355"/>
              <a:gd name="connsiteX1-687" fmla="*/ 882 w 908632"/>
              <a:gd name="connsiteY1-688" fmla="*/ 595390 h 691355"/>
              <a:gd name="connsiteX2-689" fmla="*/ 93751 w 908632"/>
              <a:gd name="connsiteY2-690" fmla="*/ 690641 h 691355"/>
              <a:gd name="connsiteX3-691" fmla="*/ 848608 w 908632"/>
              <a:gd name="connsiteY3-692" fmla="*/ 685878 h 691355"/>
              <a:gd name="connsiteX4-693" fmla="*/ 908139 w 908632"/>
              <a:gd name="connsiteY4-694" fmla="*/ 578722 h 691355"/>
              <a:gd name="connsiteX5-695" fmla="*/ 898614 w 908632"/>
              <a:gd name="connsiteY5-696" fmla="*/ 66753 h 691355"/>
              <a:gd name="connsiteX6-697" fmla="*/ 829557 w 908632"/>
              <a:gd name="connsiteY6-698" fmla="*/ 14365 h 691355"/>
              <a:gd name="connsiteX7-699" fmla="*/ 46126 w 908632"/>
              <a:gd name="connsiteY7-700" fmla="*/ 276303 h 691355"/>
              <a:gd name="connsiteX8-701" fmla="*/ 882 w 908632"/>
              <a:gd name="connsiteY8-702" fmla="*/ 385842 h 691355"/>
              <a:gd name="connsiteX0-703" fmla="*/ 882 w 908632"/>
              <a:gd name="connsiteY0-704" fmla="*/ 385842 h 690641"/>
              <a:gd name="connsiteX1-705" fmla="*/ 882 w 908632"/>
              <a:gd name="connsiteY1-706" fmla="*/ 595390 h 690641"/>
              <a:gd name="connsiteX2-707" fmla="*/ 93751 w 908632"/>
              <a:gd name="connsiteY2-708" fmla="*/ 690641 h 690641"/>
              <a:gd name="connsiteX3-709" fmla="*/ 848608 w 908632"/>
              <a:gd name="connsiteY3-710" fmla="*/ 685878 h 690641"/>
              <a:gd name="connsiteX4-711" fmla="*/ 908139 w 908632"/>
              <a:gd name="connsiteY4-712" fmla="*/ 578722 h 690641"/>
              <a:gd name="connsiteX5-713" fmla="*/ 898614 w 908632"/>
              <a:gd name="connsiteY5-714" fmla="*/ 66753 h 690641"/>
              <a:gd name="connsiteX6-715" fmla="*/ 829557 w 908632"/>
              <a:gd name="connsiteY6-716" fmla="*/ 14365 h 690641"/>
              <a:gd name="connsiteX7-717" fmla="*/ 46126 w 908632"/>
              <a:gd name="connsiteY7-718" fmla="*/ 276303 h 690641"/>
              <a:gd name="connsiteX8-719" fmla="*/ 882 w 908632"/>
              <a:gd name="connsiteY8-720" fmla="*/ 385842 h 690641"/>
              <a:gd name="connsiteX0-721" fmla="*/ 655 w 908405"/>
              <a:gd name="connsiteY0-722" fmla="*/ 385842 h 690641"/>
              <a:gd name="connsiteX1-723" fmla="*/ 655 w 908405"/>
              <a:gd name="connsiteY1-724" fmla="*/ 595390 h 690641"/>
              <a:gd name="connsiteX2-725" fmla="*/ 112574 w 908405"/>
              <a:gd name="connsiteY2-726" fmla="*/ 690641 h 690641"/>
              <a:gd name="connsiteX3-727" fmla="*/ 848381 w 908405"/>
              <a:gd name="connsiteY3-728" fmla="*/ 685878 h 690641"/>
              <a:gd name="connsiteX4-729" fmla="*/ 907912 w 908405"/>
              <a:gd name="connsiteY4-730" fmla="*/ 578722 h 690641"/>
              <a:gd name="connsiteX5-731" fmla="*/ 898387 w 908405"/>
              <a:gd name="connsiteY5-732" fmla="*/ 66753 h 690641"/>
              <a:gd name="connsiteX6-733" fmla="*/ 829330 w 908405"/>
              <a:gd name="connsiteY6-734" fmla="*/ 14365 h 690641"/>
              <a:gd name="connsiteX7-735" fmla="*/ 45899 w 908405"/>
              <a:gd name="connsiteY7-736" fmla="*/ 276303 h 690641"/>
              <a:gd name="connsiteX8-737" fmla="*/ 655 w 908405"/>
              <a:gd name="connsiteY8-738" fmla="*/ 385842 h 690641"/>
              <a:gd name="connsiteX0-739" fmla="*/ 807 w 908557"/>
              <a:gd name="connsiteY0-740" fmla="*/ 385842 h 692203"/>
              <a:gd name="connsiteX1-741" fmla="*/ 807 w 908557"/>
              <a:gd name="connsiteY1-742" fmla="*/ 595390 h 692203"/>
              <a:gd name="connsiteX2-743" fmla="*/ 112726 w 908557"/>
              <a:gd name="connsiteY2-744" fmla="*/ 690641 h 692203"/>
              <a:gd name="connsiteX3-745" fmla="*/ 848533 w 908557"/>
              <a:gd name="connsiteY3-746" fmla="*/ 685878 h 692203"/>
              <a:gd name="connsiteX4-747" fmla="*/ 908064 w 908557"/>
              <a:gd name="connsiteY4-748" fmla="*/ 578722 h 692203"/>
              <a:gd name="connsiteX5-749" fmla="*/ 898539 w 908557"/>
              <a:gd name="connsiteY5-750" fmla="*/ 66753 h 692203"/>
              <a:gd name="connsiteX6-751" fmla="*/ 829482 w 908557"/>
              <a:gd name="connsiteY6-752" fmla="*/ 14365 h 692203"/>
              <a:gd name="connsiteX7-753" fmla="*/ 46051 w 908557"/>
              <a:gd name="connsiteY7-754" fmla="*/ 276303 h 692203"/>
              <a:gd name="connsiteX8-755" fmla="*/ 807 w 908557"/>
              <a:gd name="connsiteY8-756" fmla="*/ 385842 h 692203"/>
              <a:gd name="connsiteX0-757" fmla="*/ 699 w 908449"/>
              <a:gd name="connsiteY0-758" fmla="*/ 385842 h 692203"/>
              <a:gd name="connsiteX1-759" fmla="*/ 699 w 908449"/>
              <a:gd name="connsiteY1-760" fmla="*/ 595390 h 692203"/>
              <a:gd name="connsiteX2-761" fmla="*/ 112618 w 908449"/>
              <a:gd name="connsiteY2-762" fmla="*/ 690641 h 692203"/>
              <a:gd name="connsiteX3-763" fmla="*/ 848425 w 908449"/>
              <a:gd name="connsiteY3-764" fmla="*/ 685878 h 692203"/>
              <a:gd name="connsiteX4-765" fmla="*/ 907956 w 908449"/>
              <a:gd name="connsiteY4-766" fmla="*/ 578722 h 692203"/>
              <a:gd name="connsiteX5-767" fmla="*/ 898431 w 908449"/>
              <a:gd name="connsiteY5-768" fmla="*/ 66753 h 692203"/>
              <a:gd name="connsiteX6-769" fmla="*/ 829374 w 908449"/>
              <a:gd name="connsiteY6-770" fmla="*/ 14365 h 692203"/>
              <a:gd name="connsiteX7-771" fmla="*/ 45943 w 908449"/>
              <a:gd name="connsiteY7-772" fmla="*/ 276303 h 692203"/>
              <a:gd name="connsiteX8-773" fmla="*/ 699 w 908449"/>
              <a:gd name="connsiteY8-774" fmla="*/ 385842 h 692203"/>
              <a:gd name="connsiteX0-775" fmla="*/ 699 w 911004"/>
              <a:gd name="connsiteY0-776" fmla="*/ 385842 h 692203"/>
              <a:gd name="connsiteX1-777" fmla="*/ 699 w 911004"/>
              <a:gd name="connsiteY1-778" fmla="*/ 595390 h 692203"/>
              <a:gd name="connsiteX2-779" fmla="*/ 112618 w 911004"/>
              <a:gd name="connsiteY2-780" fmla="*/ 690641 h 692203"/>
              <a:gd name="connsiteX3-781" fmla="*/ 848425 w 911004"/>
              <a:gd name="connsiteY3-782" fmla="*/ 685878 h 692203"/>
              <a:gd name="connsiteX4-783" fmla="*/ 907956 w 911004"/>
              <a:gd name="connsiteY4-784" fmla="*/ 578722 h 692203"/>
              <a:gd name="connsiteX5-785" fmla="*/ 910534 w 911004"/>
              <a:gd name="connsiteY5-786" fmla="*/ 66753 h 692203"/>
              <a:gd name="connsiteX6-787" fmla="*/ 829374 w 911004"/>
              <a:gd name="connsiteY6-788" fmla="*/ 14365 h 692203"/>
              <a:gd name="connsiteX7-789" fmla="*/ 45943 w 911004"/>
              <a:gd name="connsiteY7-790" fmla="*/ 276303 h 692203"/>
              <a:gd name="connsiteX8-791" fmla="*/ 699 w 911004"/>
              <a:gd name="connsiteY8-792" fmla="*/ 385842 h 692203"/>
              <a:gd name="connsiteX0-793" fmla="*/ 699 w 911004"/>
              <a:gd name="connsiteY0-794" fmla="*/ 385842 h 692203"/>
              <a:gd name="connsiteX1-795" fmla="*/ 699 w 911004"/>
              <a:gd name="connsiteY1-796" fmla="*/ 595390 h 692203"/>
              <a:gd name="connsiteX2-797" fmla="*/ 112618 w 911004"/>
              <a:gd name="connsiteY2-798" fmla="*/ 690641 h 692203"/>
              <a:gd name="connsiteX3-799" fmla="*/ 848425 w 911004"/>
              <a:gd name="connsiteY3-800" fmla="*/ 685878 h 692203"/>
              <a:gd name="connsiteX4-801" fmla="*/ 907956 w 911004"/>
              <a:gd name="connsiteY4-802" fmla="*/ 578722 h 692203"/>
              <a:gd name="connsiteX5-803" fmla="*/ 910534 w 911004"/>
              <a:gd name="connsiteY5-804" fmla="*/ 66753 h 692203"/>
              <a:gd name="connsiteX6-805" fmla="*/ 829374 w 911004"/>
              <a:gd name="connsiteY6-806" fmla="*/ 14365 h 692203"/>
              <a:gd name="connsiteX7-807" fmla="*/ 45943 w 911004"/>
              <a:gd name="connsiteY7-808" fmla="*/ 276303 h 692203"/>
              <a:gd name="connsiteX8-809" fmla="*/ 699 w 911004"/>
              <a:gd name="connsiteY8-810" fmla="*/ 385842 h 692203"/>
              <a:gd name="connsiteX0-811" fmla="*/ 699 w 911004"/>
              <a:gd name="connsiteY0-812" fmla="*/ 385842 h 692203"/>
              <a:gd name="connsiteX1-813" fmla="*/ 699 w 911004"/>
              <a:gd name="connsiteY1-814" fmla="*/ 595390 h 692203"/>
              <a:gd name="connsiteX2-815" fmla="*/ 112618 w 911004"/>
              <a:gd name="connsiteY2-816" fmla="*/ 690641 h 692203"/>
              <a:gd name="connsiteX3-817" fmla="*/ 848425 w 911004"/>
              <a:gd name="connsiteY3-818" fmla="*/ 685878 h 692203"/>
              <a:gd name="connsiteX4-819" fmla="*/ 907956 w 911004"/>
              <a:gd name="connsiteY4-820" fmla="*/ 578722 h 692203"/>
              <a:gd name="connsiteX5-821" fmla="*/ 910534 w 911004"/>
              <a:gd name="connsiteY5-822" fmla="*/ 66753 h 692203"/>
              <a:gd name="connsiteX6-823" fmla="*/ 829374 w 911004"/>
              <a:gd name="connsiteY6-824" fmla="*/ 14365 h 692203"/>
              <a:gd name="connsiteX7-825" fmla="*/ 45943 w 911004"/>
              <a:gd name="connsiteY7-826" fmla="*/ 276303 h 692203"/>
              <a:gd name="connsiteX8-827" fmla="*/ 699 w 911004"/>
              <a:gd name="connsiteY8-828" fmla="*/ 385842 h 692203"/>
              <a:gd name="connsiteX0-829" fmla="*/ 699 w 910534"/>
              <a:gd name="connsiteY0-830" fmla="*/ 386399 h 692760"/>
              <a:gd name="connsiteX1-831" fmla="*/ 699 w 910534"/>
              <a:gd name="connsiteY1-832" fmla="*/ 595947 h 692760"/>
              <a:gd name="connsiteX2-833" fmla="*/ 112618 w 910534"/>
              <a:gd name="connsiteY2-834" fmla="*/ 691198 h 692760"/>
              <a:gd name="connsiteX3-835" fmla="*/ 848425 w 910534"/>
              <a:gd name="connsiteY3-836" fmla="*/ 686435 h 692760"/>
              <a:gd name="connsiteX4-837" fmla="*/ 907956 w 910534"/>
              <a:gd name="connsiteY4-838" fmla="*/ 579279 h 692760"/>
              <a:gd name="connsiteX5-839" fmla="*/ 910534 w 910534"/>
              <a:gd name="connsiteY5-840" fmla="*/ 67310 h 692760"/>
              <a:gd name="connsiteX6-841" fmla="*/ 829374 w 910534"/>
              <a:gd name="connsiteY6-842" fmla="*/ 14922 h 692760"/>
              <a:gd name="connsiteX7-843" fmla="*/ 45943 w 910534"/>
              <a:gd name="connsiteY7-844" fmla="*/ 276860 h 692760"/>
              <a:gd name="connsiteX8-845" fmla="*/ 699 w 910534"/>
              <a:gd name="connsiteY8-846" fmla="*/ 386399 h 692760"/>
              <a:gd name="connsiteX0-847" fmla="*/ 699 w 910534"/>
              <a:gd name="connsiteY0-848" fmla="*/ 384791 h 691152"/>
              <a:gd name="connsiteX1-849" fmla="*/ 699 w 910534"/>
              <a:gd name="connsiteY1-850" fmla="*/ 594339 h 691152"/>
              <a:gd name="connsiteX2-851" fmla="*/ 112618 w 910534"/>
              <a:gd name="connsiteY2-852" fmla="*/ 689590 h 691152"/>
              <a:gd name="connsiteX3-853" fmla="*/ 848425 w 910534"/>
              <a:gd name="connsiteY3-854" fmla="*/ 684827 h 691152"/>
              <a:gd name="connsiteX4-855" fmla="*/ 907956 w 910534"/>
              <a:gd name="connsiteY4-856" fmla="*/ 577671 h 691152"/>
              <a:gd name="connsiteX5-857" fmla="*/ 910534 w 910534"/>
              <a:gd name="connsiteY5-858" fmla="*/ 65702 h 691152"/>
              <a:gd name="connsiteX6-859" fmla="*/ 829374 w 910534"/>
              <a:gd name="connsiteY6-860" fmla="*/ 13314 h 691152"/>
              <a:gd name="connsiteX7-861" fmla="*/ 45943 w 910534"/>
              <a:gd name="connsiteY7-862" fmla="*/ 275252 h 691152"/>
              <a:gd name="connsiteX8-863" fmla="*/ 699 w 910534"/>
              <a:gd name="connsiteY8-864" fmla="*/ 384791 h 691152"/>
              <a:gd name="connsiteX0-865" fmla="*/ 699 w 910534"/>
              <a:gd name="connsiteY0-866" fmla="*/ 384791 h 691152"/>
              <a:gd name="connsiteX1-867" fmla="*/ 699 w 910534"/>
              <a:gd name="connsiteY1-868" fmla="*/ 594339 h 691152"/>
              <a:gd name="connsiteX2-869" fmla="*/ 112618 w 910534"/>
              <a:gd name="connsiteY2-870" fmla="*/ 689590 h 691152"/>
              <a:gd name="connsiteX3-871" fmla="*/ 848425 w 910534"/>
              <a:gd name="connsiteY3-872" fmla="*/ 684827 h 691152"/>
              <a:gd name="connsiteX4-873" fmla="*/ 907956 w 910534"/>
              <a:gd name="connsiteY4-874" fmla="*/ 577671 h 691152"/>
              <a:gd name="connsiteX5-875" fmla="*/ 910534 w 910534"/>
              <a:gd name="connsiteY5-876" fmla="*/ 65702 h 691152"/>
              <a:gd name="connsiteX6-877" fmla="*/ 829374 w 910534"/>
              <a:gd name="connsiteY6-878" fmla="*/ 13314 h 691152"/>
              <a:gd name="connsiteX7-879" fmla="*/ 45943 w 910534"/>
              <a:gd name="connsiteY7-880" fmla="*/ 275252 h 691152"/>
              <a:gd name="connsiteX8-881" fmla="*/ 699 w 910534"/>
              <a:gd name="connsiteY8-882" fmla="*/ 384791 h 691152"/>
              <a:gd name="connsiteX0-883" fmla="*/ 264 w 910099"/>
              <a:gd name="connsiteY0-884" fmla="*/ 384791 h 691326"/>
              <a:gd name="connsiteX1-885" fmla="*/ 264 w 910099"/>
              <a:gd name="connsiteY1-886" fmla="*/ 594339 h 691326"/>
              <a:gd name="connsiteX2-887" fmla="*/ 112183 w 910099"/>
              <a:gd name="connsiteY2-888" fmla="*/ 689590 h 691326"/>
              <a:gd name="connsiteX3-889" fmla="*/ 847990 w 910099"/>
              <a:gd name="connsiteY3-890" fmla="*/ 684827 h 691326"/>
              <a:gd name="connsiteX4-891" fmla="*/ 907521 w 910099"/>
              <a:gd name="connsiteY4-892" fmla="*/ 577671 h 691326"/>
              <a:gd name="connsiteX5-893" fmla="*/ 910099 w 910099"/>
              <a:gd name="connsiteY5-894" fmla="*/ 65702 h 691326"/>
              <a:gd name="connsiteX6-895" fmla="*/ 828939 w 910099"/>
              <a:gd name="connsiteY6-896" fmla="*/ 13314 h 691326"/>
              <a:gd name="connsiteX7-897" fmla="*/ 45508 w 910099"/>
              <a:gd name="connsiteY7-898" fmla="*/ 275252 h 691326"/>
              <a:gd name="connsiteX8-899" fmla="*/ 264 w 910099"/>
              <a:gd name="connsiteY8-900" fmla="*/ 384791 h 691326"/>
              <a:gd name="connsiteX0-901" fmla="*/ 0 w 909835"/>
              <a:gd name="connsiteY0-902" fmla="*/ 384791 h 691326"/>
              <a:gd name="connsiteX1-903" fmla="*/ 0 w 909835"/>
              <a:gd name="connsiteY1-904" fmla="*/ 594339 h 691326"/>
              <a:gd name="connsiteX2-905" fmla="*/ 111919 w 909835"/>
              <a:gd name="connsiteY2-906" fmla="*/ 689590 h 691326"/>
              <a:gd name="connsiteX3-907" fmla="*/ 847726 w 909835"/>
              <a:gd name="connsiteY3-908" fmla="*/ 684827 h 691326"/>
              <a:gd name="connsiteX4-909" fmla="*/ 907257 w 909835"/>
              <a:gd name="connsiteY4-910" fmla="*/ 577671 h 691326"/>
              <a:gd name="connsiteX5-911" fmla="*/ 909835 w 909835"/>
              <a:gd name="connsiteY5-912" fmla="*/ 65702 h 691326"/>
              <a:gd name="connsiteX6-913" fmla="*/ 828675 w 909835"/>
              <a:gd name="connsiteY6-914" fmla="*/ 13314 h 691326"/>
              <a:gd name="connsiteX7-915" fmla="*/ 45244 w 909835"/>
              <a:gd name="connsiteY7-916" fmla="*/ 275252 h 691326"/>
              <a:gd name="connsiteX8-917" fmla="*/ 0 w 909835"/>
              <a:gd name="connsiteY8-918" fmla="*/ 384791 h 691326"/>
              <a:gd name="connsiteX0-919" fmla="*/ 0 w 909835"/>
              <a:gd name="connsiteY0-920" fmla="*/ 384791 h 691326"/>
              <a:gd name="connsiteX1-921" fmla="*/ 0 w 909835"/>
              <a:gd name="connsiteY1-922" fmla="*/ 594339 h 691326"/>
              <a:gd name="connsiteX2-923" fmla="*/ 111919 w 909835"/>
              <a:gd name="connsiteY2-924" fmla="*/ 689590 h 691326"/>
              <a:gd name="connsiteX3-925" fmla="*/ 847726 w 909835"/>
              <a:gd name="connsiteY3-926" fmla="*/ 684827 h 691326"/>
              <a:gd name="connsiteX4-927" fmla="*/ 907257 w 909835"/>
              <a:gd name="connsiteY4-928" fmla="*/ 577671 h 691326"/>
              <a:gd name="connsiteX5-929" fmla="*/ 909835 w 909835"/>
              <a:gd name="connsiteY5-930" fmla="*/ 65702 h 691326"/>
              <a:gd name="connsiteX6-931" fmla="*/ 828675 w 909835"/>
              <a:gd name="connsiteY6-932" fmla="*/ 13314 h 691326"/>
              <a:gd name="connsiteX7-933" fmla="*/ 45244 w 909835"/>
              <a:gd name="connsiteY7-934" fmla="*/ 275252 h 691326"/>
              <a:gd name="connsiteX8-935" fmla="*/ 0 w 909835"/>
              <a:gd name="connsiteY8-936" fmla="*/ 384791 h 691326"/>
              <a:gd name="connsiteX0-937" fmla="*/ 365 w 910200"/>
              <a:gd name="connsiteY0-938" fmla="*/ 384791 h 691326"/>
              <a:gd name="connsiteX1-939" fmla="*/ 365 w 910200"/>
              <a:gd name="connsiteY1-940" fmla="*/ 594339 h 691326"/>
              <a:gd name="connsiteX2-941" fmla="*/ 112284 w 910200"/>
              <a:gd name="connsiteY2-942" fmla="*/ 689590 h 691326"/>
              <a:gd name="connsiteX3-943" fmla="*/ 848091 w 910200"/>
              <a:gd name="connsiteY3-944" fmla="*/ 684827 h 691326"/>
              <a:gd name="connsiteX4-945" fmla="*/ 907622 w 910200"/>
              <a:gd name="connsiteY4-946" fmla="*/ 577671 h 691326"/>
              <a:gd name="connsiteX5-947" fmla="*/ 910200 w 910200"/>
              <a:gd name="connsiteY5-948" fmla="*/ 65702 h 691326"/>
              <a:gd name="connsiteX6-949" fmla="*/ 829040 w 910200"/>
              <a:gd name="connsiteY6-950" fmla="*/ 13314 h 691326"/>
              <a:gd name="connsiteX7-951" fmla="*/ 45609 w 910200"/>
              <a:gd name="connsiteY7-952" fmla="*/ 275252 h 691326"/>
              <a:gd name="connsiteX8-953" fmla="*/ 365 w 910200"/>
              <a:gd name="connsiteY8-954" fmla="*/ 384791 h 691326"/>
              <a:gd name="connsiteX0-955" fmla="*/ 0 w 909835"/>
              <a:gd name="connsiteY0-956" fmla="*/ 384791 h 691326"/>
              <a:gd name="connsiteX1-957" fmla="*/ 0 w 909835"/>
              <a:gd name="connsiteY1-958" fmla="*/ 594339 h 691326"/>
              <a:gd name="connsiteX2-959" fmla="*/ 111919 w 909835"/>
              <a:gd name="connsiteY2-960" fmla="*/ 689590 h 691326"/>
              <a:gd name="connsiteX3-961" fmla="*/ 847726 w 909835"/>
              <a:gd name="connsiteY3-962" fmla="*/ 684827 h 691326"/>
              <a:gd name="connsiteX4-963" fmla="*/ 907257 w 909835"/>
              <a:gd name="connsiteY4-964" fmla="*/ 577671 h 691326"/>
              <a:gd name="connsiteX5-965" fmla="*/ 909835 w 909835"/>
              <a:gd name="connsiteY5-966" fmla="*/ 65702 h 691326"/>
              <a:gd name="connsiteX6-967" fmla="*/ 828675 w 909835"/>
              <a:gd name="connsiteY6-968" fmla="*/ 13314 h 691326"/>
              <a:gd name="connsiteX7-969" fmla="*/ 45244 w 909835"/>
              <a:gd name="connsiteY7-970" fmla="*/ 275252 h 691326"/>
              <a:gd name="connsiteX8-971" fmla="*/ 0 w 909835"/>
              <a:gd name="connsiteY8-972" fmla="*/ 384791 h 691326"/>
              <a:gd name="connsiteX0-973" fmla="*/ 0 w 909835"/>
              <a:gd name="connsiteY0-974" fmla="*/ 384791 h 691326"/>
              <a:gd name="connsiteX1-975" fmla="*/ 0 w 909835"/>
              <a:gd name="connsiteY1-976" fmla="*/ 594339 h 691326"/>
              <a:gd name="connsiteX2-977" fmla="*/ 60014 w 909835"/>
              <a:gd name="connsiteY2-978" fmla="*/ 689590 h 691326"/>
              <a:gd name="connsiteX3-979" fmla="*/ 847726 w 909835"/>
              <a:gd name="connsiteY3-980" fmla="*/ 684827 h 691326"/>
              <a:gd name="connsiteX4-981" fmla="*/ 907257 w 909835"/>
              <a:gd name="connsiteY4-982" fmla="*/ 577671 h 691326"/>
              <a:gd name="connsiteX5-983" fmla="*/ 909835 w 909835"/>
              <a:gd name="connsiteY5-984" fmla="*/ 65702 h 691326"/>
              <a:gd name="connsiteX6-985" fmla="*/ 828675 w 909835"/>
              <a:gd name="connsiteY6-986" fmla="*/ 13314 h 691326"/>
              <a:gd name="connsiteX7-987" fmla="*/ 45244 w 909835"/>
              <a:gd name="connsiteY7-988" fmla="*/ 275252 h 691326"/>
              <a:gd name="connsiteX8-989" fmla="*/ 0 w 909835"/>
              <a:gd name="connsiteY8-990" fmla="*/ 384791 h 691326"/>
              <a:gd name="connsiteX0-991" fmla="*/ 0 w 909835"/>
              <a:gd name="connsiteY0-992" fmla="*/ 384791 h 689590"/>
              <a:gd name="connsiteX1-993" fmla="*/ 0 w 909835"/>
              <a:gd name="connsiteY1-994" fmla="*/ 594339 h 689590"/>
              <a:gd name="connsiteX2-995" fmla="*/ 60014 w 909835"/>
              <a:gd name="connsiteY2-996" fmla="*/ 689590 h 689590"/>
              <a:gd name="connsiteX3-997" fmla="*/ 847726 w 909835"/>
              <a:gd name="connsiteY3-998" fmla="*/ 684827 h 689590"/>
              <a:gd name="connsiteX4-999" fmla="*/ 907257 w 909835"/>
              <a:gd name="connsiteY4-1000" fmla="*/ 577671 h 689590"/>
              <a:gd name="connsiteX5-1001" fmla="*/ 909835 w 909835"/>
              <a:gd name="connsiteY5-1002" fmla="*/ 65702 h 689590"/>
              <a:gd name="connsiteX6-1003" fmla="*/ 828675 w 909835"/>
              <a:gd name="connsiteY6-1004" fmla="*/ 13314 h 689590"/>
              <a:gd name="connsiteX7-1005" fmla="*/ 45244 w 909835"/>
              <a:gd name="connsiteY7-1006" fmla="*/ 275252 h 689590"/>
              <a:gd name="connsiteX8-1007" fmla="*/ 0 w 909835"/>
              <a:gd name="connsiteY8-1008" fmla="*/ 384791 h 689590"/>
              <a:gd name="connsiteX0-1009" fmla="*/ 0 w 909835"/>
              <a:gd name="connsiteY0-1010" fmla="*/ 384791 h 690195"/>
              <a:gd name="connsiteX1-1011" fmla="*/ 0 w 909835"/>
              <a:gd name="connsiteY1-1012" fmla="*/ 594339 h 690195"/>
              <a:gd name="connsiteX2-1013" fmla="*/ 60014 w 909835"/>
              <a:gd name="connsiteY2-1014" fmla="*/ 689590 h 690195"/>
              <a:gd name="connsiteX3-1015" fmla="*/ 847726 w 909835"/>
              <a:gd name="connsiteY3-1016" fmla="*/ 684827 h 690195"/>
              <a:gd name="connsiteX4-1017" fmla="*/ 907257 w 909835"/>
              <a:gd name="connsiteY4-1018" fmla="*/ 577671 h 690195"/>
              <a:gd name="connsiteX5-1019" fmla="*/ 909835 w 909835"/>
              <a:gd name="connsiteY5-1020" fmla="*/ 65702 h 690195"/>
              <a:gd name="connsiteX6-1021" fmla="*/ 828675 w 909835"/>
              <a:gd name="connsiteY6-1022" fmla="*/ 13314 h 690195"/>
              <a:gd name="connsiteX7-1023" fmla="*/ 45244 w 909835"/>
              <a:gd name="connsiteY7-1024" fmla="*/ 275252 h 690195"/>
              <a:gd name="connsiteX8-1025" fmla="*/ 0 w 909835"/>
              <a:gd name="connsiteY8-1026" fmla="*/ 384791 h 690195"/>
              <a:gd name="connsiteX0-1027" fmla="*/ 0 w 909835"/>
              <a:gd name="connsiteY0-1028" fmla="*/ 384791 h 689590"/>
              <a:gd name="connsiteX1-1029" fmla="*/ 0 w 909835"/>
              <a:gd name="connsiteY1-1030" fmla="*/ 580458 h 689590"/>
              <a:gd name="connsiteX2-1031" fmla="*/ 60014 w 909835"/>
              <a:gd name="connsiteY2-1032" fmla="*/ 689590 h 689590"/>
              <a:gd name="connsiteX3-1033" fmla="*/ 847726 w 909835"/>
              <a:gd name="connsiteY3-1034" fmla="*/ 684827 h 689590"/>
              <a:gd name="connsiteX4-1035" fmla="*/ 907257 w 909835"/>
              <a:gd name="connsiteY4-1036" fmla="*/ 577671 h 689590"/>
              <a:gd name="connsiteX5-1037" fmla="*/ 909835 w 909835"/>
              <a:gd name="connsiteY5-1038" fmla="*/ 65702 h 689590"/>
              <a:gd name="connsiteX6-1039" fmla="*/ 828675 w 909835"/>
              <a:gd name="connsiteY6-1040" fmla="*/ 13314 h 689590"/>
              <a:gd name="connsiteX7-1041" fmla="*/ 45244 w 909835"/>
              <a:gd name="connsiteY7-1042" fmla="*/ 275252 h 689590"/>
              <a:gd name="connsiteX8-1043" fmla="*/ 0 w 909835"/>
              <a:gd name="connsiteY8-1044" fmla="*/ 384791 h 689590"/>
              <a:gd name="connsiteX0-1045" fmla="*/ 0 w 909835"/>
              <a:gd name="connsiteY0-1046" fmla="*/ 388381 h 693180"/>
              <a:gd name="connsiteX1-1047" fmla="*/ 0 w 909835"/>
              <a:gd name="connsiteY1-1048" fmla="*/ 584048 h 693180"/>
              <a:gd name="connsiteX2-1049" fmla="*/ 60014 w 909835"/>
              <a:gd name="connsiteY2-1050" fmla="*/ 693180 h 693180"/>
              <a:gd name="connsiteX3-1051" fmla="*/ 847726 w 909835"/>
              <a:gd name="connsiteY3-1052" fmla="*/ 688417 h 693180"/>
              <a:gd name="connsiteX4-1053" fmla="*/ 907257 w 909835"/>
              <a:gd name="connsiteY4-1054" fmla="*/ 581261 h 693180"/>
              <a:gd name="connsiteX5-1055" fmla="*/ 909835 w 909835"/>
              <a:gd name="connsiteY5-1056" fmla="*/ 69292 h 693180"/>
              <a:gd name="connsiteX6-1057" fmla="*/ 845679 w 909835"/>
              <a:gd name="connsiteY6-1058" fmla="*/ 11351 h 693180"/>
              <a:gd name="connsiteX7-1059" fmla="*/ 45244 w 909835"/>
              <a:gd name="connsiteY7-1060" fmla="*/ 278842 h 693180"/>
              <a:gd name="connsiteX8-1061" fmla="*/ 0 w 909835"/>
              <a:gd name="connsiteY8-1062" fmla="*/ 388381 h 693180"/>
              <a:gd name="connsiteX0-1063" fmla="*/ 0 w 909835"/>
              <a:gd name="connsiteY0-1064" fmla="*/ 388381 h 693180"/>
              <a:gd name="connsiteX1-1065" fmla="*/ 0 w 909835"/>
              <a:gd name="connsiteY1-1066" fmla="*/ 584048 h 693180"/>
              <a:gd name="connsiteX2-1067" fmla="*/ 60014 w 909835"/>
              <a:gd name="connsiteY2-1068" fmla="*/ 693180 h 693180"/>
              <a:gd name="connsiteX3-1069" fmla="*/ 847726 w 909835"/>
              <a:gd name="connsiteY3-1070" fmla="*/ 688417 h 693180"/>
              <a:gd name="connsiteX4-1071" fmla="*/ 907257 w 909835"/>
              <a:gd name="connsiteY4-1072" fmla="*/ 581261 h 693180"/>
              <a:gd name="connsiteX5-1073" fmla="*/ 909835 w 909835"/>
              <a:gd name="connsiteY5-1074" fmla="*/ 69292 h 693180"/>
              <a:gd name="connsiteX6-1075" fmla="*/ 845679 w 909835"/>
              <a:gd name="connsiteY6-1076" fmla="*/ 11351 h 693180"/>
              <a:gd name="connsiteX7-1077" fmla="*/ 45244 w 909835"/>
              <a:gd name="connsiteY7-1078" fmla="*/ 278842 h 693180"/>
              <a:gd name="connsiteX8-1079" fmla="*/ 0 w 909835"/>
              <a:gd name="connsiteY8-1080" fmla="*/ 388381 h 693180"/>
              <a:gd name="connsiteX0-1081" fmla="*/ 0 w 909835"/>
              <a:gd name="connsiteY0-1082" fmla="*/ 387170 h 691969"/>
              <a:gd name="connsiteX1-1083" fmla="*/ 0 w 909835"/>
              <a:gd name="connsiteY1-1084" fmla="*/ 582837 h 691969"/>
              <a:gd name="connsiteX2-1085" fmla="*/ 60014 w 909835"/>
              <a:gd name="connsiteY2-1086" fmla="*/ 691969 h 691969"/>
              <a:gd name="connsiteX3-1087" fmla="*/ 847726 w 909835"/>
              <a:gd name="connsiteY3-1088" fmla="*/ 687206 h 691969"/>
              <a:gd name="connsiteX4-1089" fmla="*/ 907257 w 909835"/>
              <a:gd name="connsiteY4-1090" fmla="*/ 580050 h 691969"/>
              <a:gd name="connsiteX5-1091" fmla="*/ 909835 w 909835"/>
              <a:gd name="connsiteY5-1092" fmla="*/ 68081 h 691969"/>
              <a:gd name="connsiteX6-1093" fmla="*/ 845679 w 909835"/>
              <a:gd name="connsiteY6-1094" fmla="*/ 10140 h 691969"/>
              <a:gd name="connsiteX7-1095" fmla="*/ 45244 w 909835"/>
              <a:gd name="connsiteY7-1096" fmla="*/ 277631 h 691969"/>
              <a:gd name="connsiteX8-1097" fmla="*/ 0 w 909835"/>
              <a:gd name="connsiteY8-1098" fmla="*/ 387170 h 691969"/>
              <a:gd name="connsiteX0-1099" fmla="*/ 0 w 909835"/>
              <a:gd name="connsiteY0-1100" fmla="*/ 387170 h 691969"/>
              <a:gd name="connsiteX1-1101" fmla="*/ 0 w 909835"/>
              <a:gd name="connsiteY1-1102" fmla="*/ 582837 h 691969"/>
              <a:gd name="connsiteX2-1103" fmla="*/ 60014 w 909835"/>
              <a:gd name="connsiteY2-1104" fmla="*/ 691969 h 691969"/>
              <a:gd name="connsiteX3-1105" fmla="*/ 847726 w 909835"/>
              <a:gd name="connsiteY3-1106" fmla="*/ 687206 h 691969"/>
              <a:gd name="connsiteX4-1107" fmla="*/ 907257 w 909835"/>
              <a:gd name="connsiteY4-1108" fmla="*/ 580050 h 691969"/>
              <a:gd name="connsiteX5-1109" fmla="*/ 909835 w 909835"/>
              <a:gd name="connsiteY5-1110" fmla="*/ 68081 h 691969"/>
              <a:gd name="connsiteX6-1111" fmla="*/ 845679 w 909835"/>
              <a:gd name="connsiteY6-1112" fmla="*/ 10140 h 691969"/>
              <a:gd name="connsiteX7-1113" fmla="*/ 45244 w 909835"/>
              <a:gd name="connsiteY7-1114" fmla="*/ 277631 h 691969"/>
              <a:gd name="connsiteX8-1115" fmla="*/ 0 w 909835"/>
              <a:gd name="connsiteY8-1116" fmla="*/ 387170 h 691969"/>
              <a:gd name="connsiteX0-1117" fmla="*/ 0 w 909835"/>
              <a:gd name="connsiteY0-1118" fmla="*/ 387170 h 691969"/>
              <a:gd name="connsiteX1-1119" fmla="*/ 0 w 909835"/>
              <a:gd name="connsiteY1-1120" fmla="*/ 582837 h 691969"/>
              <a:gd name="connsiteX2-1121" fmla="*/ 60014 w 909835"/>
              <a:gd name="connsiteY2-1122" fmla="*/ 691969 h 691969"/>
              <a:gd name="connsiteX3-1123" fmla="*/ 847726 w 909835"/>
              <a:gd name="connsiteY3-1124" fmla="*/ 687206 h 691969"/>
              <a:gd name="connsiteX4-1125" fmla="*/ 907257 w 909835"/>
              <a:gd name="connsiteY4-1126" fmla="*/ 580050 h 691969"/>
              <a:gd name="connsiteX5-1127" fmla="*/ 909835 w 909835"/>
              <a:gd name="connsiteY5-1128" fmla="*/ 68081 h 691969"/>
              <a:gd name="connsiteX6-1129" fmla="*/ 845679 w 909835"/>
              <a:gd name="connsiteY6-1130" fmla="*/ 10140 h 691969"/>
              <a:gd name="connsiteX7-1131" fmla="*/ 45244 w 909835"/>
              <a:gd name="connsiteY7-1132" fmla="*/ 277631 h 691969"/>
              <a:gd name="connsiteX8-1133" fmla="*/ 0 w 909835"/>
              <a:gd name="connsiteY8-1134" fmla="*/ 387170 h 691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09835" h="691969">
                <a:moveTo>
                  <a:pt x="0" y="387170"/>
                </a:moveTo>
                <a:lnTo>
                  <a:pt x="0" y="582837"/>
                </a:lnTo>
                <a:cubicBezTo>
                  <a:pt x="314" y="693790"/>
                  <a:pt x="2172" y="691574"/>
                  <a:pt x="60014" y="691969"/>
                </a:cubicBezTo>
                <a:lnTo>
                  <a:pt x="847726" y="687206"/>
                </a:lnTo>
                <a:cubicBezTo>
                  <a:pt x="901495" y="687412"/>
                  <a:pt x="901708" y="648353"/>
                  <a:pt x="907257" y="580050"/>
                </a:cubicBezTo>
                <a:cubicBezTo>
                  <a:pt x="908116" y="409394"/>
                  <a:pt x="908976" y="238737"/>
                  <a:pt x="909835" y="68081"/>
                </a:cubicBezTo>
                <a:cubicBezTo>
                  <a:pt x="906309" y="-20324"/>
                  <a:pt x="891944" y="-1567"/>
                  <a:pt x="845679" y="10140"/>
                </a:cubicBezTo>
                <a:lnTo>
                  <a:pt x="45244" y="277631"/>
                </a:lnTo>
                <a:cubicBezTo>
                  <a:pt x="-3528" y="296576"/>
                  <a:pt x="701" y="315148"/>
                  <a:pt x="0" y="38717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168525" y="4609503"/>
            <a:ext cx="6315075" cy="617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П</a:t>
            </a:r>
            <a:r>
              <a:rPr lang="ru-RU" dirty="0" err="1"/>
              <a:t>одзаголовок</a:t>
            </a:r>
            <a:endParaRPr lang="ru-RU" dirty="0"/>
          </a:p>
        </p:txBody>
      </p:sp>
      <p:sp>
        <p:nvSpPr>
          <p:cNvPr id="21" name="Подзаголовок 2"/>
          <p:cNvSpPr txBox="1"/>
          <p:nvPr userDrawn="1"/>
        </p:nvSpPr>
        <p:spPr>
          <a:xfrm>
            <a:off x="10764611" y="6198688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22" name="Прямая соединительная линия 21"/>
          <p:cNvCxnSpPr/>
          <p:nvPr userDrawn="1"/>
        </p:nvCxnSpPr>
        <p:spPr>
          <a:xfrm flipH="1">
            <a:off x="10764611" y="6580776"/>
            <a:ext cx="142738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025" y="539729"/>
            <a:ext cx="2091134" cy="4112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>
            <a:fillRect/>
          </a:stretch>
        </p:blipFill>
        <p:spPr>
          <a:xfrm>
            <a:off x="10015161" y="539175"/>
            <a:ext cx="1396721" cy="412365"/>
          </a:xfrm>
          <a:prstGeom prst="rect">
            <a:avLst/>
          </a:prstGeom>
        </p:spPr>
      </p:pic>
      <p:sp>
        <p:nvSpPr>
          <p:cNvPr id="2" name="Подзаголовок 2"/>
          <p:cNvSpPr txBox="1"/>
          <p:nvPr userDrawn="1"/>
        </p:nvSpPr>
        <p:spPr>
          <a:xfrm>
            <a:off x="764341" y="6242216"/>
            <a:ext cx="370478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дзаголовок 2"/>
          <p:cNvSpPr txBox="1"/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2119745"/>
            <a:ext cx="11106152" cy="3857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90268" y="1269546"/>
            <a:ext cx="11106432" cy="586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025" y="539729"/>
            <a:ext cx="2091134" cy="41125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>
            <a:fillRect/>
          </a:stretch>
        </p:blipFill>
        <p:spPr>
          <a:xfrm>
            <a:off x="10015161" y="539175"/>
            <a:ext cx="1396721" cy="412365"/>
          </a:xfrm>
          <a:prstGeom prst="rect">
            <a:avLst/>
          </a:prstGeom>
        </p:spPr>
      </p:pic>
      <p:sp>
        <p:nvSpPr>
          <p:cNvPr id="5" name="Подзаголовок 2"/>
          <p:cNvSpPr txBox="1"/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дзаголовок 2"/>
          <p:cNvSpPr txBox="1"/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2119745"/>
            <a:ext cx="11106152" cy="3857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90268" y="1269546"/>
            <a:ext cx="11106432" cy="586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025" y="539729"/>
            <a:ext cx="2091134" cy="41125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>
            <a:fillRect/>
          </a:stretch>
        </p:blipFill>
        <p:spPr>
          <a:xfrm>
            <a:off x="10015161" y="539175"/>
            <a:ext cx="1396721" cy="412365"/>
          </a:xfrm>
          <a:prstGeom prst="rect">
            <a:avLst/>
          </a:prstGeom>
        </p:spPr>
      </p:pic>
      <p:sp>
        <p:nvSpPr>
          <p:cNvPr id="6" name="Подзаголовок 2"/>
          <p:cNvSpPr txBox="1"/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0508" y="0"/>
            <a:ext cx="12192000" cy="6858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alphaModFix amt="51000"/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9827" y="5908033"/>
            <a:ext cx="1943362" cy="55781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081" y="5974320"/>
            <a:ext cx="2153892" cy="42524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23" y="5861623"/>
            <a:ext cx="3097098" cy="650637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Объект 20"/>
          <p:cNvSpPr>
            <a:spLocks noGrp="1"/>
          </p:cNvSpPr>
          <p:nvPr>
            <p:ph sz="quarter" idx="10"/>
          </p:nvPr>
        </p:nvSpPr>
        <p:spPr>
          <a:xfrm>
            <a:off x="0" y="1076325"/>
            <a:ext cx="12192000" cy="5791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771315"/>
            <a:ext cx="11036301" cy="934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дзаголовок 2"/>
          <p:cNvSpPr txBox="1"/>
          <p:nvPr userDrawn="1"/>
        </p:nvSpPr>
        <p:spPr>
          <a:xfrm>
            <a:off x="590550" y="6246586"/>
            <a:ext cx="11601452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Уфимский</a:t>
            </a:r>
            <a:r>
              <a:rPr lang="en-US" sz="1800" baseline="0" dirty="0">
                <a:solidFill>
                  <a:schemeClr val="bg1">
                    <a:lumMod val="65000"/>
                  </a:schemeClr>
                </a:solidFill>
              </a:rPr>
              <a:t> университет науки и технологий</a:t>
            </a:r>
            <a:endParaRPr lang="ru-RU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90549" y="267494"/>
            <a:ext cx="3610744" cy="42155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" y="771315"/>
            <a:ext cx="4351019" cy="93446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036301" y="155015"/>
            <a:ext cx="660399" cy="610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847" y="267494"/>
            <a:ext cx="435439" cy="4354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771315"/>
            <a:ext cx="11036301" cy="934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дзаголовок 2"/>
          <p:cNvSpPr txBox="1"/>
          <p:nvPr userDrawn="1"/>
        </p:nvSpPr>
        <p:spPr>
          <a:xfrm>
            <a:off x="590548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uust.ru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90549" y="267494"/>
            <a:ext cx="3610744" cy="42155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1066800"/>
            <a:ext cx="11106152" cy="49107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" y="771315"/>
            <a:ext cx="4351019" cy="93446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036301" y="155015"/>
            <a:ext cx="660399" cy="610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847" y="267494"/>
            <a:ext cx="435439" cy="43543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48.png"/><Relationship Id="rId3" Type="http://schemas.openxmlformats.org/officeDocument/2006/relationships/image" Target="../media/image17.png"/><Relationship Id="rId7" Type="http://schemas.openxmlformats.org/officeDocument/2006/relationships/image" Target="../media/image45.png"/><Relationship Id="rId12" Type="http://schemas.microsoft.com/office/2007/relationships/hdphoto" Target="../media/hdphoto3.wdp"/><Relationship Id="rId17" Type="http://schemas.microsoft.com/office/2007/relationships/hdphoto" Target="../media/hdphoto5.wdp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7.png"/><Relationship Id="rId5" Type="http://schemas.openxmlformats.org/officeDocument/2006/relationships/image" Target="../media/image43.png"/><Relationship Id="rId15" Type="http://schemas.openxmlformats.org/officeDocument/2006/relationships/image" Target="../media/image49.png"/><Relationship Id="rId10" Type="http://schemas.microsoft.com/office/2007/relationships/hdphoto" Target="../media/hdphoto2.wdp"/><Relationship Id="rId4" Type="http://schemas.openxmlformats.org/officeDocument/2006/relationships/image" Target="../media/image10.png"/><Relationship Id="rId9" Type="http://schemas.openxmlformats.org/officeDocument/2006/relationships/image" Target="../media/image46.png"/><Relationship Id="rId14" Type="http://schemas.microsoft.com/office/2007/relationships/hdphoto" Target="../media/hdphoto4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g"/><Relationship Id="rId3" Type="http://schemas.openxmlformats.org/officeDocument/2006/relationships/image" Target="../media/image10.png"/><Relationship Id="rId7" Type="http://schemas.microsoft.com/office/2007/relationships/hdphoto" Target="../media/hdphoto6.wdp"/><Relationship Id="rId12" Type="http://schemas.openxmlformats.org/officeDocument/2006/relationships/hyperlink" Target="https://elibrary.ru/item.asp?id=88923788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hyperlink" Target="https://elibrary.ru/item.asp?id=80346939" TargetMode="External"/><Relationship Id="rId5" Type="http://schemas.openxmlformats.org/officeDocument/2006/relationships/image" Target="../media/image52.png"/><Relationship Id="rId10" Type="http://schemas.openxmlformats.org/officeDocument/2006/relationships/hyperlink" Target="https://elibrary.ru/item.asp?id=69166803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5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798683" y="2497195"/>
            <a:ext cx="9279205" cy="1129034"/>
          </a:xfrm>
        </p:spPr>
        <p:txBody>
          <a:bodyPr>
            <a:noAutofit/>
          </a:bodyPr>
          <a:lstStyle/>
          <a:p>
            <a:pPr algn="ctr">
              <a:lnSpc>
                <a:spcPct val="114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ПРОГРАММНОЕ ОБЕСПЕЧЕНИЕ ИНЖЕНЕРА-ТЕХНОЛОГА: МОДУЛЬ ПРОГНОЗИРОВАНИЯ СВОЙСТВ МАТЕРИАЛОВ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747774" y="4457985"/>
            <a:ext cx="7606411" cy="783517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ru-RU" sz="2000" dirty="0" smtClean="0">
                <a:ea typeface="Golos Text" panose="020B0503020202020204" pitchFamily="34" charset="0"/>
                <a:cs typeface="Arial" panose="020B0604020202020204" pitchFamily="34" charset="0"/>
                <a:sym typeface="+mn-ea"/>
              </a:rPr>
              <a:t>Выполнила</a:t>
            </a:r>
            <a:r>
              <a:rPr lang="en-US" sz="2000" dirty="0" smtClean="0">
                <a:ea typeface="Golos Text" panose="020B0503020202020204" pitchFamily="34" charset="0"/>
                <a:cs typeface="Arial" panose="020B0604020202020204" pitchFamily="34" charset="0"/>
                <a:sym typeface="+mn-ea"/>
              </a:rPr>
              <a:t>:</a:t>
            </a:r>
            <a:r>
              <a:rPr lang="ru-RU" sz="2000" dirty="0" smtClean="0">
                <a:ea typeface="Golos Text" panose="020B0503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ru-RU" sz="2000" dirty="0">
                <a:ea typeface="Golos Text" panose="020B0503020202020204" pitchFamily="34" charset="0"/>
                <a:cs typeface="Arial" panose="020B0604020202020204" pitchFamily="34" charset="0"/>
                <a:sym typeface="+mn-ea"/>
              </a:rPr>
              <a:t>Ширяева </a:t>
            </a:r>
            <a:r>
              <a:rPr lang="ru-RU" sz="2000" dirty="0" smtClean="0">
                <a:ea typeface="Golos Text" panose="020B0503020202020204" pitchFamily="34" charset="0"/>
                <a:cs typeface="Arial" panose="020B0604020202020204" pitchFamily="34" charset="0"/>
                <a:sym typeface="+mn-ea"/>
              </a:rPr>
              <a:t>О.Д.</a:t>
            </a:r>
            <a:r>
              <a:rPr lang="en-US" sz="2000" dirty="0" smtClean="0">
                <a:ea typeface="Golos Text" panose="020B0503020202020204" pitchFamily="34" charset="0"/>
                <a:cs typeface="Arial" panose="020B0604020202020204" pitchFamily="34" charset="0"/>
                <a:sym typeface="+mn-ea"/>
              </a:rPr>
              <a:t>,</a:t>
            </a:r>
            <a:r>
              <a:rPr lang="ru-RU" sz="2000" dirty="0" smtClean="0">
                <a:ea typeface="Golos Text" panose="020B0503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ru-RU" sz="2000" dirty="0">
                <a:ea typeface="Golos Text" panose="020B0503020202020204" pitchFamily="34" charset="0"/>
                <a:cs typeface="Arial" panose="020B0604020202020204" pitchFamily="34" charset="0"/>
                <a:sym typeface="+mn-ea"/>
              </a:rPr>
              <a:t>гр. ПРО-439Б </a:t>
            </a:r>
            <a:endParaRPr lang="en-US" sz="2000" dirty="0" smtClean="0">
              <a:ea typeface="Golos Text" panose="020B0503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ru-RU" sz="2000" dirty="0" smtClean="0">
                <a:cs typeface="Arial" panose="020B0604020202020204" pitchFamily="34" charset="0"/>
                <a:sym typeface="+mn-ea"/>
              </a:rPr>
              <a:t>Руководитель</a:t>
            </a:r>
            <a:r>
              <a:rPr lang="ru-RU" sz="2000" dirty="0">
                <a:cs typeface="Arial" panose="020B0604020202020204" pitchFamily="34" charset="0"/>
                <a:sym typeface="+mn-ea"/>
              </a:rPr>
              <a:t>: </a:t>
            </a:r>
            <a:r>
              <a:rPr lang="ru-RU" sz="2000" dirty="0" err="1">
                <a:cs typeface="Arial" panose="020B0604020202020204" pitchFamily="34" charset="0"/>
                <a:sym typeface="+mn-ea"/>
              </a:rPr>
              <a:t>Нургаянова</a:t>
            </a:r>
            <a:r>
              <a:rPr lang="ru-RU" sz="2000" dirty="0">
                <a:cs typeface="Arial" panose="020B0604020202020204" pitchFamily="34" charset="0"/>
                <a:sym typeface="+mn-ea"/>
              </a:rPr>
              <a:t> О.С</a:t>
            </a:r>
            <a:r>
              <a:rPr lang="ru-RU" sz="2000" dirty="0" smtClean="0">
                <a:cs typeface="Arial" panose="020B0604020202020204" pitchFamily="34" charset="0"/>
                <a:sym typeface="+mn-ea"/>
              </a:rPr>
              <a:t>.</a:t>
            </a:r>
            <a:r>
              <a:rPr lang="en-US" sz="2000" dirty="0" smtClean="0">
                <a:cs typeface="Arial" panose="020B0604020202020204" pitchFamily="34" charset="0"/>
                <a:sym typeface="+mn-ea"/>
              </a:rPr>
              <a:t>, </a:t>
            </a:r>
            <a:r>
              <a:rPr lang="ru-RU" sz="2000" dirty="0" smtClean="0">
                <a:cs typeface="Arial" panose="020B0604020202020204" pitchFamily="34" charset="0"/>
                <a:sym typeface="+mn-ea"/>
              </a:rPr>
              <a:t>к.т.н</a:t>
            </a:r>
            <a:r>
              <a:rPr lang="ru-RU" sz="2000" dirty="0">
                <a:cs typeface="Arial" panose="020B0604020202020204" pitchFamily="34" charset="0"/>
                <a:sym typeface="+mn-ea"/>
              </a:rPr>
              <a:t>., </a:t>
            </a:r>
            <a:r>
              <a:rPr lang="ru-RU" sz="2000" dirty="0" smtClean="0">
                <a:cs typeface="Arial" panose="020B0604020202020204" pitchFamily="34" charset="0"/>
                <a:sym typeface="+mn-ea"/>
              </a:rPr>
              <a:t>доцент</a:t>
            </a:r>
            <a:endParaRPr lang="ru-RU" sz="2000" dirty="0"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9747" y="1522576"/>
            <a:ext cx="4728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Выпускная квалификационная работа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100" y="45085"/>
            <a:ext cx="4408170" cy="1081405"/>
          </a:xfrm>
          <a:prstGeom prst="rect">
            <a:avLst/>
          </a:prstGeom>
        </p:spPr>
      </p:pic>
      <p:pic>
        <p:nvPicPr>
          <p:cNvPr id="2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4" y="6073258"/>
            <a:ext cx="12079386" cy="638264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1797939" y="6057746"/>
            <a:ext cx="1005577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Направление подготовки бакалавров</a:t>
            </a:r>
          </a:p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09.03.04 Программная инженерия</a:t>
            </a:r>
            <a:endParaRPr lang="ru-RU" altLang="en-US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4" y="6015473"/>
            <a:ext cx="12079386" cy="63826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6901" y="1899664"/>
            <a:ext cx="5618793" cy="460093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14000"/>
              </a:lnSpc>
              <a:buAutoNum type="arabicPeriod"/>
            </a:pPr>
            <a:r>
              <a:rPr lang="ru-RU" sz="2000" dirty="0">
                <a:cs typeface="Arial" panose="020B0604020202020204" pitchFamily="34" charset="0"/>
              </a:rPr>
              <a:t>Высокая стоимость и длительность лабораторных механических </a:t>
            </a:r>
            <a:r>
              <a:rPr lang="ru-RU" sz="2000" dirty="0" smtClean="0">
                <a:cs typeface="Arial" panose="020B0604020202020204" pitchFamily="34" charset="0"/>
              </a:rPr>
              <a:t>испытаний.</a:t>
            </a:r>
            <a:endParaRPr lang="ru-RU" sz="2000" dirty="0">
              <a:cs typeface="Arial" panose="020B0604020202020204" pitchFamily="34" charset="0"/>
            </a:endParaRP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AutoNum type="arabicPeriod"/>
            </a:pPr>
            <a:r>
              <a:rPr lang="ru-RU" sz="2000" dirty="0">
                <a:cs typeface="Arial" panose="020B0604020202020204" pitchFamily="34" charset="0"/>
              </a:rPr>
              <a:t>Необходимость быстрой оценки свойств на этапе технологической подготовки </a:t>
            </a:r>
            <a:r>
              <a:rPr lang="ru-RU" sz="2000" dirty="0" smtClean="0">
                <a:cs typeface="Arial" panose="020B0604020202020204" pitchFamily="34" charset="0"/>
              </a:rPr>
              <a:t>производства.</a:t>
            </a:r>
            <a:endParaRPr lang="ru-RU" sz="2000" dirty="0">
              <a:cs typeface="Arial" panose="020B0604020202020204" pitchFamily="34" charset="0"/>
            </a:endParaRP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AutoNum type="arabicPeriod"/>
            </a:pPr>
            <a:r>
              <a:rPr lang="ru-RU" sz="2000" dirty="0">
                <a:cs typeface="Arial" panose="020B0604020202020204" pitchFamily="34" charset="0"/>
              </a:rPr>
              <a:t>По данным Росстата объём металлургического производства в России в 2024 году составил 13,02 трлн рублей, что на 8% больше, чем в 2023, </a:t>
            </a:r>
            <a:r>
              <a:rPr lang="ru-RU" sz="2000" dirty="0" smtClean="0">
                <a:cs typeface="Arial" panose="020B0604020202020204" pitchFamily="34" charset="0"/>
              </a:rPr>
              <a:t>что в свою очередь </a:t>
            </a:r>
            <a:r>
              <a:rPr lang="ru-RU" sz="2000" dirty="0">
                <a:cs typeface="Arial" panose="020B0604020202020204" pitchFamily="34" charset="0"/>
              </a:rPr>
              <a:t>повышает спрос на цифровые инструменты прогнозирования свойств </a:t>
            </a:r>
            <a:r>
              <a:rPr lang="ru-RU" sz="2000" dirty="0" smtClean="0">
                <a:cs typeface="Arial" panose="020B0604020202020204" pitchFamily="34" charset="0"/>
              </a:rPr>
              <a:t>материалов.</a:t>
            </a:r>
            <a:endParaRPr lang="ru-RU" sz="2000" dirty="0">
              <a:cs typeface="Arial" panose="020B060402020202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592854" y="1330097"/>
            <a:ext cx="4746885" cy="398760"/>
          </a:xfrm>
        </p:spPr>
        <p:txBody>
          <a:bodyPr>
            <a:normAutofit lnSpcReduction="10000"/>
          </a:bodyPr>
          <a:lstStyle/>
          <a:p>
            <a:r>
              <a:rPr lang="ru-RU" sz="24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  <a:r>
              <a:rPr lang="ru-RU" sz="2400" b="0" dirty="0">
                <a:solidFill>
                  <a:schemeClr val="tx2">
                    <a:lumMod val="2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9918" y="1278306"/>
            <a:ext cx="582915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ПРОБЛЕМЫ, ТРЕБУЮЩИЕ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50666" y="2877905"/>
            <a:ext cx="2452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Длительные циклы физических испытаний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89007" y="2863596"/>
            <a:ext cx="3202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Высокая стоимость изготовления и испытаний опытных образцов</a:t>
            </a:r>
          </a:p>
          <a:p>
            <a:pPr algn="ctr"/>
            <a:endParaRPr lang="ru-RU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115" y="276141"/>
            <a:ext cx="4145353" cy="79068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19F72547-22B6-4553-ADFA-9AA002ED4ED7}"/>
              </a:ext>
            </a:extLst>
          </p:cNvPr>
          <p:cNvSpPr txBox="1"/>
          <p:nvPr/>
        </p:nvSpPr>
        <p:spPr>
          <a:xfrm>
            <a:off x="6176161" y="5149888"/>
            <a:ext cx="56153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Невозможность проверить все потенциально перспективные составы сплавов лабораторными методами</a:t>
            </a:r>
          </a:p>
        </p:txBody>
      </p:sp>
      <p:pic>
        <p:nvPicPr>
          <p:cNvPr id="1118" name="Picture 94" descr="Время – Бесплатные иконки: Время и дата">
            <a:extLst>
              <a:ext uri="{FF2B5EF4-FFF2-40B4-BE49-F238E27FC236}">
                <a16:creationId xmlns:a16="http://schemas.microsoft.com/office/drawing/2014/main" id="{159F3062-2403-4F94-B450-F02F3A226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973" y="2134510"/>
            <a:ext cx="749610" cy="74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0" name="Picture 96" descr="Высокая стоимость – Бесплатные иконки: отгрузка и доставка">
            <a:extLst>
              <a:ext uri="{FF2B5EF4-FFF2-40B4-BE49-F238E27FC236}">
                <a16:creationId xmlns:a16="http://schemas.microsoft.com/office/drawing/2014/main" id="{101CCAD3-6139-4B99-8ABD-753533B2A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326" y="2060725"/>
            <a:ext cx="749610" cy="74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4" name="Picture 100" descr="Лаборатория – Бесплатные иконки: образование">
            <a:extLst>
              <a:ext uri="{FF2B5EF4-FFF2-40B4-BE49-F238E27FC236}">
                <a16:creationId xmlns:a16="http://schemas.microsoft.com/office/drawing/2014/main" id="{347AABA0-55DD-4455-BB6B-9FC95CB00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987" y="4306640"/>
            <a:ext cx="811720" cy="81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0"/>
          <p:cNvSpPr txBox="1"/>
          <p:nvPr/>
        </p:nvSpPr>
        <p:spPr>
          <a:xfrm>
            <a:off x="11590397" y="6315933"/>
            <a:ext cx="80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4" y="6015473"/>
            <a:ext cx="12079386" cy="638264"/>
          </a:xfrm>
          <a:prstGeom prst="rect">
            <a:avLst/>
          </a:prstGeom>
        </p:spPr>
      </p:pic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01723" y="1352941"/>
            <a:ext cx="11362930" cy="5505059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ru-RU" sz="1800" b="1" dirty="0">
                <a:cs typeface="Arial" panose="020B0604020202020204" pitchFamily="34" charset="0"/>
              </a:rPr>
              <a:t>Цель работы:</a:t>
            </a:r>
            <a:r>
              <a:rPr lang="ru-RU" sz="1800" dirty="0">
                <a:cs typeface="Arial" panose="020B0604020202020204" pitchFamily="34" charset="0"/>
              </a:rPr>
              <a:t> </a:t>
            </a:r>
            <a:r>
              <a:rPr lang="ru-RU" sz="2000" dirty="0">
                <a:cs typeface="Arial" panose="020B0604020202020204" pitchFamily="34" charset="0"/>
              </a:rPr>
              <a:t>Разработка программного модуля для </a:t>
            </a:r>
            <a:r>
              <a:rPr lang="ru-RU" sz="2000" dirty="0" smtClean="0">
                <a:cs typeface="Arial" panose="020B0604020202020204" pitchFamily="34" charset="0"/>
              </a:rPr>
              <a:t>прогнозирования </a:t>
            </a:r>
            <a:r>
              <a:rPr lang="ru-RU" sz="2000" dirty="0">
                <a:cs typeface="Arial" panose="020B0604020202020204" pitchFamily="34" charset="0"/>
              </a:rPr>
              <a:t>предела прочности </a:t>
            </a:r>
            <a:r>
              <a:rPr lang="ru-RU" sz="2000" dirty="0" smtClean="0">
                <a:cs typeface="Arial" panose="020B0604020202020204" pitchFamily="34" charset="0"/>
              </a:rPr>
              <a:t>сплавов </a:t>
            </a:r>
            <a:r>
              <a:rPr lang="ru-RU" sz="2000" dirty="0">
                <a:cs typeface="Arial" panose="020B0604020202020204" pitchFamily="34" charset="0"/>
              </a:rPr>
              <a:t>на основе </a:t>
            </a:r>
            <a:r>
              <a:rPr lang="ru-RU" sz="2000" dirty="0" smtClean="0">
                <a:cs typeface="Arial" panose="020B0604020202020204" pitchFamily="34" charset="0"/>
              </a:rPr>
              <a:t>методов </a:t>
            </a:r>
            <a:r>
              <a:rPr lang="ru-RU" sz="2000" dirty="0" smtClean="0">
                <a:cs typeface="Arial" panose="020B0604020202020204" pitchFamily="34" charset="0"/>
              </a:rPr>
              <a:t>машинного </a:t>
            </a:r>
            <a:r>
              <a:rPr lang="ru-RU" sz="2000" dirty="0">
                <a:cs typeface="Arial" panose="020B0604020202020204" pitchFamily="34" charset="0"/>
              </a:rPr>
              <a:t>обучения с интеграцией в рабочую среду </a:t>
            </a:r>
            <a:r>
              <a:rPr lang="ru-RU" sz="2000" dirty="0" smtClean="0">
                <a:cs typeface="Arial" panose="020B0604020202020204" pitchFamily="34" charset="0"/>
              </a:rPr>
              <a:t>инженера-технолога, позволяющее ускорить разработку </a:t>
            </a:r>
            <a:r>
              <a:rPr lang="ru-RU" sz="2000" dirty="0">
                <a:cs typeface="Arial" panose="020B0604020202020204" pitchFamily="34" charset="0"/>
              </a:rPr>
              <a:t>перспективных материалов с повышенными механическими свойствами и </a:t>
            </a:r>
            <a:r>
              <a:rPr lang="ru-RU" sz="2000" dirty="0" smtClean="0">
                <a:cs typeface="Arial" panose="020B0604020202020204" pitchFamily="34" charset="0"/>
              </a:rPr>
              <a:t>улучшенным </a:t>
            </a:r>
            <a:r>
              <a:rPr lang="ru-RU" sz="2000" dirty="0">
                <a:cs typeface="Arial" panose="020B0604020202020204" pitchFamily="34" charset="0"/>
              </a:rPr>
              <a:t>химическим составом.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ru-RU" sz="2000" b="1" dirty="0">
                <a:cs typeface="Arial" panose="020B0604020202020204" pitchFamily="34" charset="0"/>
              </a:rPr>
              <a:t>Задачи</a:t>
            </a:r>
            <a:r>
              <a:rPr lang="en-US" sz="2000" b="1" dirty="0">
                <a:cs typeface="Arial" panose="020B0604020202020204" pitchFamily="34" charset="0"/>
              </a:rPr>
              <a:t>:</a:t>
            </a:r>
            <a:endParaRPr lang="ru-RU" sz="2000" b="1" dirty="0"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altLang="ru-RU" sz="2000" dirty="0">
                <a:cs typeface="Arial" panose="020B0604020202020204" pitchFamily="34" charset="0"/>
              </a:rPr>
              <a:t>1.</a:t>
            </a:r>
            <a:r>
              <a:rPr lang="ru-RU" altLang="ru-RU" sz="2000" dirty="0">
                <a:cs typeface="Arial" panose="020B0604020202020204" pitchFamily="34" charset="0"/>
              </a:rPr>
              <a:t> П</a:t>
            </a:r>
            <a:r>
              <a:rPr lang="ru-RU" sz="2000" dirty="0">
                <a:cs typeface="Arial" panose="020B0604020202020204" pitchFamily="34" charset="0"/>
                <a:sym typeface="Golos Text"/>
              </a:rPr>
              <a:t>ровести системный анализ предметной области и сравнительный анализ существующих методов классификации сплавов и прогнозирования их свойств.</a:t>
            </a:r>
            <a:endParaRPr lang="en-US" altLang="ru-RU" sz="2000" dirty="0"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altLang="ru-RU" sz="2000" dirty="0">
                <a:cs typeface="Arial" panose="020B0604020202020204" pitchFamily="34" charset="0"/>
              </a:rPr>
              <a:t>2.</a:t>
            </a:r>
            <a:r>
              <a:rPr lang="ru-RU" altLang="ru-RU" sz="2000" dirty="0">
                <a:cs typeface="Arial" panose="020B0604020202020204" pitchFamily="34" charset="0"/>
              </a:rPr>
              <a:t> Разработать </a:t>
            </a:r>
            <a:r>
              <a:rPr lang="ru-RU" sz="2000" dirty="0" smtClean="0">
                <a:cs typeface="Arial" panose="020B0604020202020204" pitchFamily="34" charset="0"/>
              </a:rPr>
              <a:t>алгоритмическое </a:t>
            </a:r>
            <a:r>
              <a:rPr lang="ru-RU" sz="2000" dirty="0">
                <a:cs typeface="Arial" panose="020B0604020202020204" pitchFamily="34" charset="0"/>
              </a:rPr>
              <a:t>и </a:t>
            </a:r>
            <a:r>
              <a:rPr lang="ru-RU" sz="2000" dirty="0" smtClean="0">
                <a:cs typeface="Arial" panose="020B0604020202020204" pitchFamily="34" charset="0"/>
              </a:rPr>
              <a:t>программное обеспечение</a:t>
            </a:r>
            <a:r>
              <a:rPr lang="ru-RU" sz="2000" dirty="0">
                <a:cs typeface="Arial" panose="020B0604020202020204" pitchFamily="34" charset="0"/>
              </a:rPr>
              <a:t> для решения задачи </a:t>
            </a:r>
            <a:r>
              <a:rPr lang="ru-RU" sz="2000" dirty="0" smtClean="0">
                <a:cs typeface="Arial" panose="020B0604020202020204" pitchFamily="34" charset="0"/>
              </a:rPr>
              <a:t>классификации </a:t>
            </a:r>
            <a:r>
              <a:rPr lang="ru-RU" sz="2000" dirty="0">
                <a:cs typeface="Arial" panose="020B0604020202020204" pitchFamily="34" charset="0"/>
              </a:rPr>
              <a:t>сплавов и прогнозирования предела прочности (МПа) с использованием ML-моделей.</a:t>
            </a:r>
            <a:endParaRPr lang="en-US" altLang="ru-RU" sz="2000" dirty="0"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altLang="ru-RU" sz="2000" dirty="0">
                <a:cs typeface="Arial" panose="020B0604020202020204" pitchFamily="34" charset="0"/>
              </a:rPr>
              <a:t>3.</a:t>
            </a:r>
            <a:r>
              <a:rPr lang="ru-RU" altLang="ru-RU" sz="2000" dirty="0">
                <a:cs typeface="Arial" panose="020B0604020202020204" pitchFamily="34" charset="0"/>
              </a:rPr>
              <a:t> </a:t>
            </a:r>
            <a:r>
              <a:rPr lang="ru-RU" sz="2000" dirty="0">
                <a:highlight>
                  <a:srgbClr val="FFFFFF"/>
                </a:highlight>
                <a:ea typeface="Golos Text"/>
                <a:cs typeface="Golos Text"/>
                <a:sym typeface="Golos Text"/>
              </a:rPr>
              <a:t>Спроектировать архитектуру программного модуля и разработать информационное обеспечение. 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ru-RU" sz="2000" dirty="0">
                <a:cs typeface="Arial" panose="020B0604020202020204" pitchFamily="34" charset="0"/>
              </a:rPr>
              <a:t>4. </a:t>
            </a:r>
            <a:r>
              <a:rPr lang="ru-RU" sz="2000" dirty="0">
                <a:highlight>
                  <a:srgbClr val="FFFFFF"/>
                </a:highlight>
                <a:ea typeface="Golos Text"/>
                <a:cs typeface="Golos Text"/>
                <a:sym typeface="Golos Text"/>
              </a:rPr>
              <a:t>Провести численные эксперименты и проинтерпретировать полученные результаты.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3675380" y="513715"/>
            <a:ext cx="5109845" cy="58674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И ЗАДАЧИ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208" y="45102"/>
            <a:ext cx="4357665" cy="1171739"/>
          </a:xfrm>
          <a:prstGeom prst="rect">
            <a:avLst/>
          </a:prstGeom>
        </p:spPr>
      </p:pic>
      <p:sp>
        <p:nvSpPr>
          <p:cNvPr id="6" name="TextBox 10"/>
          <p:cNvSpPr txBox="1"/>
          <p:nvPr/>
        </p:nvSpPr>
        <p:spPr>
          <a:xfrm>
            <a:off x="11590397" y="6315933"/>
            <a:ext cx="80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4" y="6073258"/>
            <a:ext cx="12079386" cy="63826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628" y="167086"/>
            <a:ext cx="4145353" cy="790685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3494645" y="371090"/>
            <a:ext cx="8612474" cy="829356"/>
          </a:xfrm>
        </p:spPr>
        <p:txBody>
          <a:bodyPr>
            <a:noAutofit/>
          </a:bodyPr>
          <a:lstStyle/>
          <a:p>
            <a:r>
              <a:rPr lang="ru-RU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СОДЕРЖАТЕЛЬНАЯ ПОСТАНОВКА ЗАДАЧИ</a:t>
            </a:r>
          </a:p>
        </p:txBody>
      </p:sp>
      <p:sp>
        <p:nvSpPr>
          <p:cNvPr id="2" name="Подзаголовок 2"/>
          <p:cNvSpPr txBox="1"/>
          <p:nvPr/>
        </p:nvSpPr>
        <p:spPr>
          <a:xfrm>
            <a:off x="248043" y="1830325"/>
            <a:ext cx="4711884" cy="5143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altLang="ru-RU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Google Shape;159;p22">
            <a:extLst>
              <a:ext uri="{FF2B5EF4-FFF2-40B4-BE49-F238E27FC236}">
                <a16:creationId xmlns:a16="http://schemas.microsoft.com/office/drawing/2014/main" id="{69A96CD3-6488-4B7D-B32A-547D2474D49F}"/>
              </a:ext>
            </a:extLst>
          </p:cNvPr>
          <p:cNvSpPr txBox="1"/>
          <p:nvPr/>
        </p:nvSpPr>
        <p:spPr>
          <a:xfrm>
            <a:off x="164250" y="1200446"/>
            <a:ext cx="12027750" cy="545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Golos Text"/>
              <a:buNone/>
            </a:pPr>
            <a:r>
              <a:rPr lang="ru-RU" b="1" i="0" u="none" strike="noStrike" cap="none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Дано: </a:t>
            </a:r>
            <a:endParaRPr dirty="0">
              <a:solidFill>
                <a:srgbClr val="000000"/>
              </a:solidFill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Химический состав сплава (массовые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доли </a:t>
            </a: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легирующих элементов,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в сумме </a:t>
            </a: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100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%).</a:t>
            </a:r>
            <a:endParaRPr dirty="0">
              <a:solidFill>
                <a:srgbClr val="000000"/>
              </a:solidFill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Технологические параметры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обработки.</a:t>
            </a:r>
            <a:endParaRPr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База экспериментальных данных о механических свойствах сплавов (для обучения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ML-модели </a:t>
            </a:r>
            <a:r>
              <a:rPr lang="ru-RU" dirty="0" smtClean="0">
                <a:solidFill>
                  <a:srgbClr val="FF0000"/>
                </a:solidFill>
                <a:ea typeface="Golos Text"/>
                <a:cs typeface="Golos Text"/>
                <a:sym typeface="Golos Text"/>
              </a:rPr>
              <a:t>или моделей?).</a:t>
            </a:r>
            <a:endParaRPr dirty="0">
              <a:solidFill>
                <a:srgbClr val="FF0000"/>
              </a:solidFill>
              <a:ea typeface="Golos Text"/>
              <a:cs typeface="Golos Text"/>
              <a:sym typeface="Golos Text"/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Справочные данные о марках сплавов и их типовой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принадлежности.</a:t>
            </a:r>
            <a:endParaRPr lang="ru-RU"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Golos Text"/>
              <a:buNone/>
            </a:pPr>
            <a:r>
              <a:rPr lang="ru-RU" b="1" i="0" u="none" strike="noStrike" cap="none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Требуется</a:t>
            </a:r>
            <a:r>
              <a:rPr lang="ru-RU" b="1" i="0" u="none" strike="noStrike" cap="none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: </a:t>
            </a:r>
            <a:endParaRPr dirty="0">
              <a:solidFill>
                <a:srgbClr val="000000"/>
              </a:solidFill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Классифицировать сплавы </a:t>
            </a: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по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их </a:t>
            </a: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химическому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составу.</a:t>
            </a:r>
            <a:endParaRPr dirty="0">
              <a:solidFill>
                <a:srgbClr val="000000"/>
              </a:solidFill>
              <a:highlight>
                <a:srgbClr val="FFFFFF"/>
              </a:highlight>
              <a:ea typeface="Inter"/>
              <a:cs typeface="Inter"/>
              <a:sym typeface="Inter"/>
            </a:endParaRPr>
          </a:p>
          <a:p>
            <a:pPr marL="342900" lvl="0" indent="-342900">
              <a:lnSpc>
                <a:spcPct val="114000"/>
              </a:lnSpc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Спрогнозировать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по </a:t>
            </a: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химическому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составу сплава </a:t>
            </a: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значение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предела длительной прочности.</a:t>
            </a:r>
            <a:endParaRPr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Сохранять историю прогнозов с привязкой к пользователю и используемой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ML-модели.</a:t>
            </a:r>
            <a:endParaRPr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Формировать и экспортировать отчеты о прогнозах в формате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HTML.</a:t>
            </a:r>
            <a:endParaRPr lang="ru-RU"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Golos Text"/>
              <a:buNone/>
            </a:pPr>
            <a:r>
              <a:rPr lang="ru-RU" b="1" i="0" u="none" strike="noStrike" cap="none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Ожидаемые </a:t>
            </a:r>
            <a:r>
              <a:rPr lang="ru-RU" b="1" i="0" u="none" strike="noStrike" cap="none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результаты: </a:t>
            </a:r>
            <a:endParaRPr dirty="0">
              <a:solidFill>
                <a:srgbClr val="000000"/>
              </a:solidFill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Спрогнозированное </a:t>
            </a: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значение предела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длительной прочности </a:t>
            </a: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сплава (МПа)</a:t>
            </a:r>
            <a:endParaRPr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Классификация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сплавов </a:t>
            </a: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 уровнем уверенности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модели.</a:t>
            </a:r>
            <a:endParaRPr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Сохранение персонализированной истории </a:t>
            </a: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прогнозов для каждого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пользователя.</a:t>
            </a:r>
            <a:endParaRPr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Отчеты по результатам </a:t>
            </a:r>
            <a:r>
              <a:rPr lang="ru-RU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прогнозирования моделей.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590397" y="6315933"/>
            <a:ext cx="80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14" y="6015473"/>
            <a:ext cx="12079386" cy="638264"/>
          </a:xfrm>
          <a:prstGeom prst="rect">
            <a:avLst/>
          </a:prstGeom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9565383"/>
              </p:ext>
            </p:extLst>
          </p:nvPr>
        </p:nvGraphicFramePr>
        <p:xfrm>
          <a:off x="137693" y="1257160"/>
          <a:ext cx="11878758" cy="542937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56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4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65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385">
                <a:tc>
                  <a:txBody>
                    <a:bodyPr/>
                    <a:lstStyle/>
                    <a:p>
                      <a:pPr algn="l"/>
                      <a:endParaRPr lang="ru-RU" sz="105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2786" marR="3278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</a:rPr>
                        <a:t>Total Materia Predictor</a:t>
                      </a:r>
                      <a:endParaRPr lang="en-US" altLang="ru-RU" sz="14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2786" marR="3278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</a:rPr>
                        <a:t>Digital Materials Foundry</a:t>
                      </a:r>
                      <a:endParaRPr lang="en-US" altLang="ru-RU" sz="14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2786" marR="3278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</a:rPr>
                        <a:t>MATAI</a:t>
                      </a:r>
                      <a:endParaRPr lang="en-US" altLang="ru-RU" sz="14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2786" marR="3278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</a:rPr>
                        <a:t>MAPAL (Open-source)</a:t>
                      </a:r>
                      <a:endParaRPr lang="en-US" altLang="ru-RU" sz="14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2786" marR="3278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kern="1200" dirty="0" err="1">
                          <a:solidFill>
                            <a:schemeClr val="tx1"/>
                          </a:solidFill>
                          <a:effectLst/>
                        </a:rPr>
                        <a:t>JMatPro</a:t>
                      </a:r>
                      <a:r>
                        <a:rPr lang="ru-RU" sz="1100" b="1" kern="1200" dirty="0">
                          <a:solidFill>
                            <a:schemeClr val="tx1"/>
                          </a:solidFill>
                          <a:effectLst/>
                        </a:rPr>
                        <a:t> (физическое моделирование, для сравнения)</a:t>
                      </a:r>
                      <a:endParaRPr lang="en-US" altLang="ru-RU" sz="11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2786" marR="3278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679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sz="1400" b="1" kern="1200" dirty="0">
                          <a:solidFill>
                            <a:schemeClr val="tx1"/>
                          </a:solidFill>
                        </a:rPr>
                        <a:t>Разработчик, страна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32786" marR="32786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 kern="1200" dirty="0">
                          <a:solidFill>
                            <a:srgbClr val="000000"/>
                          </a:solidFill>
                        </a:rPr>
                        <a:t>Key to Metals AG, </a:t>
                      </a:r>
                      <a:r>
                        <a:rPr lang="en-US" sz="1100" kern="1200" dirty="0" err="1">
                          <a:solidFill>
                            <a:srgbClr val="000000"/>
                          </a:solidFill>
                        </a:rPr>
                        <a:t>Швейцария</a:t>
                      </a:r>
                      <a:endParaRPr lang="en-US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 kern="1200">
                          <a:solidFill>
                            <a:srgbClr val="000000"/>
                          </a:solidFill>
                        </a:rPr>
                        <a:t>Henry Royce Institute, </a:t>
                      </a:r>
                      <a:r>
                        <a:rPr lang="ru-RU" sz="1100" kern="1200">
                          <a:solidFill>
                            <a:srgbClr val="000000"/>
                          </a:solidFill>
                        </a:rPr>
                        <a:t>Великобритания</a:t>
                      </a:r>
                      <a:endParaRPr lang="ru-RU" sz="1100" kern="120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Научная группа, международный проект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Научная группа</a:t>
                      </a:r>
                      <a:r>
                        <a:rPr lang="en-US" sz="1100" kern="12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международный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 kern="1200" dirty="0">
                          <a:solidFill>
                            <a:srgbClr val="000000"/>
                          </a:solidFill>
                        </a:rPr>
                        <a:t>Sente Software Ltd., </a:t>
                      </a: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Великобритания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86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sz="1400" b="1" kern="12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ru-RU" sz="1400" b="1" kern="1200" dirty="0">
                          <a:solidFill>
                            <a:srgbClr val="002060"/>
                          </a:solidFill>
                        </a:rPr>
                        <a:t>Платформа</a:t>
                      </a:r>
                      <a:endParaRPr sz="1400" b="1" kern="12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Коммерческая </a:t>
                      </a:r>
                      <a:r>
                        <a:rPr lang="ru-RU" sz="1100" kern="1200" dirty="0" smtClean="0">
                          <a:solidFill>
                            <a:srgbClr val="000000"/>
                          </a:solidFill>
                        </a:rPr>
                        <a:t>платформа, (</a:t>
                      </a: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веб + </a:t>
                      </a:r>
                      <a:r>
                        <a:rPr lang="en-US" sz="1100" kern="1200" dirty="0">
                          <a:solidFill>
                            <a:srgbClr val="000000"/>
                          </a:solidFill>
                        </a:rPr>
                        <a:t>API)</a:t>
                      </a:r>
                      <a:endParaRPr lang="en-US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Открытая исследовательская инфраструктура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 kern="1200">
                          <a:solidFill>
                            <a:srgbClr val="000000"/>
                          </a:solidFill>
                        </a:rPr>
                        <a:t>ML-</a:t>
                      </a:r>
                      <a:r>
                        <a:rPr lang="ru-RU" sz="1100" kern="1200">
                          <a:solidFill>
                            <a:srgbClr val="000000"/>
                          </a:solidFill>
                        </a:rPr>
                        <a:t>фреймворк (</a:t>
                      </a:r>
                      <a:r>
                        <a:rPr lang="en-US" sz="1100" kern="1200">
                          <a:solidFill>
                            <a:srgbClr val="000000"/>
                          </a:solidFill>
                        </a:rPr>
                        <a:t>Python, Deep Learning)</a:t>
                      </a:r>
                      <a:endParaRPr lang="en-US" sz="1100" kern="120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 kern="1200">
                          <a:solidFill>
                            <a:srgbClr val="000000"/>
                          </a:solidFill>
                        </a:rPr>
                        <a:t>Open-source </a:t>
                      </a:r>
                      <a:r>
                        <a:rPr lang="ru-RU" sz="1100" kern="1200">
                          <a:solidFill>
                            <a:srgbClr val="000000"/>
                          </a:solidFill>
                        </a:rPr>
                        <a:t>библиотека (</a:t>
                      </a:r>
                      <a:r>
                        <a:rPr lang="en-US" sz="1100" kern="1200">
                          <a:solidFill>
                            <a:srgbClr val="000000"/>
                          </a:solidFill>
                        </a:rPr>
                        <a:t>Python)</a:t>
                      </a:r>
                      <a:endParaRPr lang="en-US" sz="1100" kern="120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Коммерческий пакет (десктоп)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679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sz="1400" b="1" kern="1200" dirty="0">
                          <a:solidFill>
                            <a:schemeClr val="tx1"/>
                          </a:solidFill>
                        </a:rPr>
                        <a:t>  Системные </a:t>
                      </a:r>
                      <a:endParaRPr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Веб-браузер, интернет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Веб-браузер, интернет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>
                          <a:solidFill>
                            <a:srgbClr val="000000"/>
                          </a:solidFill>
                        </a:rPr>
                        <a:t>Python 3.8+, PyTorch, GPU (рекомендуется)</a:t>
                      </a:r>
                      <a:endParaRPr lang="ru-RU" sz="1100" kern="120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 kern="1200">
                          <a:solidFill>
                            <a:srgbClr val="000000"/>
                          </a:solidFill>
                        </a:rPr>
                        <a:t>Python 3.7+, NumPy, Scikit-learn, Matplotlib</a:t>
                      </a:r>
                      <a:endParaRPr lang="en-US" sz="1100" kern="120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rgbClr val="000000"/>
                          </a:solidFill>
                        </a:rPr>
                        <a:t>Windows/Linux, 8+ </a:t>
                      </a: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ГБ ОЗУ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83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sz="1400" b="1" kern="1200" dirty="0" smtClean="0">
                          <a:solidFill>
                            <a:schemeClr val="tx1"/>
                          </a:solidFill>
                        </a:rPr>
                        <a:t>Доступность</a:t>
                      </a:r>
                    </a:p>
                    <a:p>
                      <a:pPr marL="0" lv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sz="1400" b="1" kern="1200" dirty="0" smtClean="0">
                          <a:solidFill>
                            <a:schemeClr val="tx1"/>
                          </a:solidFill>
                        </a:rPr>
                        <a:t>в </a:t>
                      </a:r>
                      <a:r>
                        <a:rPr lang="ru-RU" sz="1400" b="1" kern="1200" dirty="0">
                          <a:solidFill>
                            <a:schemeClr val="tx1"/>
                          </a:solidFill>
                        </a:rPr>
                        <a:t>России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Ограничена (санкции, платная подписка)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Ограничена (инфраструктура Великобритании)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Свободная (</a:t>
                      </a:r>
                      <a:r>
                        <a:rPr lang="en-US" sz="1100" kern="1200" dirty="0">
                          <a:solidFill>
                            <a:srgbClr val="000000"/>
                          </a:solidFill>
                        </a:rPr>
                        <a:t>open-source)</a:t>
                      </a:r>
                      <a:endParaRPr lang="en-US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Свободная (</a:t>
                      </a:r>
                      <a:r>
                        <a:rPr lang="en-US" sz="1100" kern="1200" dirty="0">
                          <a:solidFill>
                            <a:srgbClr val="000000"/>
                          </a:solidFill>
                        </a:rPr>
                        <a:t>open-source, GitHub)</a:t>
                      </a:r>
                      <a:endParaRPr lang="en-US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Ограничена (санкции, платная лицензия)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943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sz="1400" b="1" kern="1200" dirty="0">
                          <a:solidFill>
                            <a:schemeClr val="tx1"/>
                          </a:solidFill>
                        </a:rPr>
                        <a:t>Стоимость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Платная подписка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Бесплатно (исследовательский доступ)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Бесплатно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Бесплатно </a:t>
                      </a:r>
                      <a:r>
                        <a:rPr lang="ru-RU" sz="1100" kern="1200" dirty="0" smtClean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sz="1100" kern="1200" dirty="0" smtClean="0">
                          <a:solidFill>
                            <a:srgbClr val="000000"/>
                          </a:solidFill>
                        </a:rPr>
                        <a:t>MIT/Apache</a:t>
                      </a:r>
                      <a:r>
                        <a:rPr lang="ru-RU" sz="1100" kern="1200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ru-RU" sz="1100" kern="1200" dirty="0" smtClean="0">
                          <a:solidFill>
                            <a:srgbClr val="000000"/>
                          </a:solidFill>
                        </a:rPr>
                        <a:t>лицензия</a:t>
                      </a: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Платная лицензия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9178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sz="1300" b="1" kern="1200" dirty="0">
                          <a:solidFill>
                            <a:schemeClr val="tx1"/>
                          </a:solidFill>
                        </a:rPr>
                        <a:t>Прогнозируемые</a:t>
                      </a:r>
                      <a:r>
                        <a:rPr lang="ru-RU" sz="1400" b="1" kern="1200" dirty="0">
                          <a:solidFill>
                            <a:schemeClr val="tx1"/>
                          </a:solidFill>
                        </a:rPr>
                        <a:t> свойства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Предел прочности, текучесть, усталость, ползучесть, теплоёмкость, диаграммы напряжение-деформация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Механические и физические свойства по </a:t>
                      </a:r>
                      <a:r>
                        <a:rPr lang="ru-RU" sz="1100" kern="1200" dirty="0" err="1" smtClean="0">
                          <a:solidFill>
                            <a:srgbClr val="000000"/>
                          </a:solidFill>
                        </a:rPr>
                        <a:t>хим.составу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Предел прочности, текучесть, плотность, удлинение (Multi-Task Learning)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Твёрдость, предел текучести, физические дескрипторы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Предел прочности, фазовый состав, TTT/CCT диаграммы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3394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</a:rPr>
                        <a:t>ML-</a:t>
                      </a:r>
                      <a:r>
                        <a:rPr lang="ru-RU" sz="1400" b="1" kern="1200" dirty="0">
                          <a:solidFill>
                            <a:schemeClr val="tx1"/>
                          </a:solidFill>
                        </a:rPr>
                        <a:t>модели</a:t>
                      </a:r>
                      <a:endParaRPr lang="ru-RU" sz="1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</a:rPr>
                        <a:t>XGBoost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</a:rPr>
                        <a:t>TabNet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</a:rPr>
                        <a:t> (160 </a:t>
                      </a:r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</a:rPr>
                        <a:t>моделей)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</a:rPr>
                        <a:t>XGBoost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</a:rPr>
                        <a:t>нейронные сети (настраивается)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</a:rPr>
                        <a:t>Глубокие нейронные сети (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</a:rPr>
                        <a:t>Multi-Task)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</a:rPr>
                        <a:t>Random Forest, </a:t>
                      </a:r>
                      <a:r>
                        <a:rPr lang="en-US" sz="1100" b="0" dirty="0" err="1">
                          <a:solidFill>
                            <a:srgbClr val="000000"/>
                          </a:solidFill>
                          <a:effectLst/>
                        </a:rPr>
                        <a:t>XGBoost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ru-RU" sz="1100" b="0" dirty="0">
                          <a:solidFill>
                            <a:srgbClr val="000000"/>
                          </a:solidFill>
                          <a:effectLst/>
                        </a:rPr>
                        <a:t>нейронные сети</a:t>
                      </a:r>
                      <a:endParaRPr lang="ru-RU" sz="1100" b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100" kern="1200" dirty="0">
                          <a:solidFill>
                            <a:srgbClr val="000000"/>
                          </a:solidFill>
                        </a:rPr>
                        <a:t>Отсутствуют (физико-термодинамические модели)</a:t>
                      </a:r>
                      <a:endParaRPr lang="ru-RU" sz="1100" kern="1200" dirty="0">
                        <a:solidFill>
                          <a:srgbClr val="000000"/>
                        </a:solidFill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860" y="287699"/>
            <a:ext cx="4145353" cy="790685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1726287" y="628418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3470129" y="231514"/>
            <a:ext cx="8546322" cy="586557"/>
          </a:xfrm>
        </p:spPr>
        <p:txBody>
          <a:bodyPr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ru-RU" sz="24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ОБЗОР СУЩЕСТВУЮЩИХ ПРОГРАММНЫХ РЕШЕНИЙ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ru-RU" sz="24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ДЛЯ ПРОГНОЗИРОВАНИЯ СВОЙСТВ СПЛАВОВ</a:t>
            </a:r>
            <a:endParaRPr lang="ru-RU" sz="2400" b="0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ru-RU" sz="1800" b="0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4" y="6073258"/>
            <a:ext cx="12079386" cy="63826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628" y="167086"/>
            <a:ext cx="4145353" cy="790685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3494645" y="324791"/>
            <a:ext cx="8612474" cy="829356"/>
          </a:xfrm>
        </p:spPr>
        <p:txBody>
          <a:bodyPr>
            <a:noAutofit/>
          </a:bodyPr>
          <a:lstStyle/>
          <a:p>
            <a:r>
              <a:rPr lang="ru-RU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МАТЕМАТИЧЕСКАЯ ПОСТАНОВКА ЗАДАЧИ</a:t>
            </a:r>
          </a:p>
        </p:txBody>
      </p:sp>
      <p:sp>
        <p:nvSpPr>
          <p:cNvPr id="2" name="Подзаголовок 2"/>
          <p:cNvSpPr txBox="1"/>
          <p:nvPr/>
        </p:nvSpPr>
        <p:spPr>
          <a:xfrm>
            <a:off x="248043" y="1830325"/>
            <a:ext cx="4711884" cy="5143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altLang="ru-RU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1" name="TextBox 10"/>
          <p:cNvSpPr txBox="1"/>
          <p:nvPr/>
        </p:nvSpPr>
        <p:spPr>
          <a:xfrm>
            <a:off x="11541526" y="6302760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59;p22">
                <a:extLst>
                  <a:ext uri="{FF2B5EF4-FFF2-40B4-BE49-F238E27FC236}">
                    <a16:creationId xmlns:a16="http://schemas.microsoft.com/office/drawing/2014/main" id="{A478F6EC-F027-4FC7-9A0F-DA2F9EFF1DC4}"/>
                  </a:ext>
                </a:extLst>
              </p:cNvPr>
              <p:cNvSpPr txBox="1"/>
              <p:nvPr/>
            </p:nvSpPr>
            <p:spPr>
              <a:xfrm>
                <a:off x="84882" y="1060674"/>
                <a:ext cx="6310132" cy="5693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030A0"/>
                  </a:buClr>
                  <a:buSzPts val="1600"/>
                </a:pPr>
                <a:r>
                  <a:rPr lang="ru-RU" sz="2000" b="1" i="0" u="none" strike="noStrike" cap="none" dirty="0">
                    <a:solidFill>
                      <a:srgbClr val="000000"/>
                    </a:solidFill>
                    <a:ea typeface="Golos Text"/>
                    <a:cs typeface="Golos Text"/>
                    <a:sym typeface="Golos Text"/>
                  </a:rPr>
                  <a:t>1. Пространство признаков</a:t>
                </a:r>
              </a:p>
              <a:p>
                <a:pPr>
                  <a:lnSpc>
                    <a:spcPct val="100000"/>
                  </a:lnSpc>
                  <a:buClr>
                    <a:srgbClr val="000000"/>
                  </a:buClr>
                  <a:buSzPts val="1600"/>
                </a:pPr>
                <a: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Каждый образец сплава описывается вектором признаков 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𝑥</m:t>
                    </m:r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</m:ctrlPr>
                      </m:sSupPr>
                      <m:e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𝑅</m:t>
                        </m:r>
                      </m:e>
                      <m:sup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, который формируется из трёх групп:</a:t>
                </a:r>
                <a:endParaRPr lang="en-US" sz="2000" dirty="0">
                  <a:solidFill>
                    <a:srgbClr val="000000"/>
                  </a:solidFill>
                  <a:ea typeface="Golos Text"/>
                  <a:cs typeface="Golos Text"/>
                </a:endParaRPr>
              </a:p>
              <a:p>
                <a:pPr>
                  <a:buClr>
                    <a:srgbClr val="000000"/>
                  </a:buClr>
                  <a:buSzPts val="1600"/>
                </a:pPr>
                <a:r>
                  <a:rPr lang="ru-RU" sz="2000" b="1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Химический состав </a:t>
                </a:r>
                <a: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– массовые </a:t>
                </a:r>
                <a:r>
                  <a:rPr lang="ru-RU" sz="2000" dirty="0" smtClean="0">
                    <a:solidFill>
                      <a:srgbClr val="000000"/>
                    </a:solidFill>
                    <a:ea typeface="Golos Text"/>
                    <a:cs typeface="Golos Text"/>
                  </a:rPr>
                  <a:t>доли химических </a:t>
                </a:r>
                <a: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элементов и их групп (например, </a:t>
                </a:r>
                <a:r>
                  <a:rPr lang="ru-RU" sz="2000" dirty="0">
                    <a:solidFill>
                      <a:srgbClr val="FF0000"/>
                    </a:solidFill>
                    <a:ea typeface="Golos Text"/>
                    <a:cs typeface="Golos Text"/>
                  </a:rPr>
                  <a:t>РЗЭ</a:t>
                </a:r>
                <a: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):</a:t>
                </a:r>
              </a:p>
              <a:p>
                <a:pPr algn="ctr">
                  <a:buClr>
                    <a:srgbClr val="000000"/>
                  </a:buClr>
                  <a:buSzPts val="1600"/>
                </a:pP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𝑐</m:t>
                    </m:r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  <m:t>1</m:t>
                            </m:r>
                          </m:sub>
                        </m:sSub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  <m:t>2</m:t>
                            </m:r>
                          </m:sub>
                        </m:sSub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</m:ctrlPr>
                      </m:sSupPr>
                      <m:e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𝑅</m:t>
                        </m:r>
                      </m:e>
                      <m:sup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𝑚</m:t>
                        </m:r>
                      </m:sup>
                    </m:sSup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,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𝑗</m:t>
                        </m:r>
                        <m:r>
                          <a:rPr lang="pt-BR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=</m:t>
                        </m:r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1</m:t>
                        </m:r>
                      </m:sub>
                      <m:sup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olos Text"/>
                                <a:cs typeface="Golos Text"/>
                              </a:rPr>
                              <m:t>𝑗</m:t>
                            </m:r>
                          </m:sub>
                        </m:sSub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=100%,        </m:t>
                        </m:r>
                      </m:e>
                    </m:nary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𝑐</m:t>
                        </m:r>
                      </m:e>
                      <m:sub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𝑗</m:t>
                        </m:r>
                      </m:sub>
                    </m:sSub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≥0</m:t>
                    </m:r>
                  </m:oMath>
                </a14:m>
                <a:endParaRPr lang="ru-RU" sz="2000" dirty="0">
                  <a:solidFill>
                    <a:srgbClr val="000000"/>
                  </a:solidFill>
                  <a:ea typeface="Golos Text"/>
                  <a:cs typeface="Golos Text"/>
                  <a:sym typeface="Golos Text"/>
                </a:endParaRPr>
              </a:p>
              <a:p>
                <a:pPr>
                  <a:buClr>
                    <a:srgbClr val="000000"/>
                  </a:buClr>
                  <a:buSzPts val="1600"/>
                </a:pPr>
                <a:r>
                  <a:rPr lang="ru-RU" sz="2000" b="1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Тип прокатки  </a:t>
                </a:r>
                <a: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– </a:t>
                </a:r>
                <a:r>
                  <a:rPr lang="ru-RU" sz="2000" dirty="0" err="1">
                    <a:solidFill>
                      <a:srgbClr val="000000"/>
                    </a:solidFill>
                    <a:ea typeface="Golos Text"/>
                    <a:cs typeface="Golos Text"/>
                  </a:rPr>
                  <a:t>one‑hot</a:t>
                </a:r>
                <a: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 кодирование:</a:t>
                </a:r>
              </a:p>
              <a:p>
                <a:pPr>
                  <a:buClr>
                    <a:srgbClr val="000000"/>
                  </a:buClr>
                  <a:buSzPts val="16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Golos Text"/>
                          <a:cs typeface="Golos Text"/>
                        </a:rPr>
                        <m:t>𝑝</m:t>
                      </m:r>
                      <m:r>
                        <a:rPr 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Golos Text"/>
                          <a:cs typeface="Golos Text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olos Text"/>
                              <a:cs typeface="Golos Text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Golos Text"/>
                                  <a:cs typeface="Golos Text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Golos Text"/>
                                  <a:cs typeface="Golos Text"/>
                                </a:rPr>
                                <m:t>0, 1</m:t>
                              </m:r>
                            </m:e>
                          </m:d>
                        </m:e>
                        <m:sup>
                          <m:r>
                            <a:rPr 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olos Text"/>
                              <a:cs typeface="Golos Text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ea typeface="Golos Text"/>
                  <a:cs typeface="Golos Text"/>
                </a:endParaRPr>
              </a:p>
              <a:p>
                <a:pPr>
                  <a:buClr>
                    <a:srgbClr val="000000"/>
                  </a:buClr>
                  <a:buSzPts val="1600"/>
                </a:pPr>
                <a: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Размер заготовки (опционально):</a:t>
                </a:r>
              </a:p>
              <a:p>
                <a:pPr>
                  <a:buClr>
                    <a:srgbClr val="000000"/>
                  </a:buClr>
                  <a:buSzPts val="16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Golos Text"/>
                          <a:cs typeface="Golos Text"/>
                        </a:rPr>
                        <m:t>𝑠</m:t>
                      </m:r>
                      <m:r>
                        <a:rPr lang="ru-RU" sz="2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Golos Text"/>
                          <a:cs typeface="Golos Text"/>
                        </a:rPr>
                        <m:t>∈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olos Text"/>
                              <a:cs typeface="Golos Text"/>
                            </a:rPr>
                          </m:ctrlPr>
                        </m:sSubPr>
                        <m:e>
                          <m:r>
                            <a:rPr lang="ru-RU" sz="2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olos Text"/>
                              <a:cs typeface="Golos Text"/>
                            </a:rPr>
                            <m:t>ℝ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Golos Text"/>
                              <a:cs typeface="Golos Text"/>
                            </a:rPr>
                            <m:t>≥0</m:t>
                          </m:r>
                        </m:sub>
                      </m:sSub>
                    </m:oMath>
                  </m:oMathPara>
                </a14:m>
                <a: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/>
                </a:r>
                <a:b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</a:br>
                <a:r>
                  <a:rPr lang="ru-RU" sz="2000" dirty="0">
                    <a:solidFill>
                      <a:srgbClr val="000000"/>
                    </a:solidFill>
                    <a:ea typeface="Golos Text"/>
                    <a:cs typeface="Golos Text"/>
                  </a:rPr>
                  <a:t>Итоговая размерность: </a:t>
                </a:r>
                <a14:m>
                  <m:oMath xmlns:m="http://schemas.openxmlformats.org/officeDocument/2006/math">
                    <m:r>
                      <a:rPr lang="ru-RU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𝑑</m:t>
                    </m:r>
                    <m:r>
                      <a:rPr lang="ru-RU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=</m:t>
                    </m:r>
                    <m:r>
                      <a:rPr lang="ru-RU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𝑚</m:t>
                    </m:r>
                    <m:r>
                      <a:rPr lang="ru-RU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+</m:t>
                    </m:r>
                    <m:r>
                      <a:rPr lang="ru-RU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𝑘</m:t>
                    </m:r>
                    <m:r>
                      <a:rPr lang="ru-RU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+</m:t>
                    </m:r>
                    <m:r>
                      <a:rPr lang="ru-RU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𝛿</m:t>
                    </m:r>
                    <m:r>
                      <a:rPr lang="ru-RU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, где </m:t>
                    </m:r>
                    <m:r>
                      <a:rPr lang="ru-RU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𝛿</m:t>
                    </m:r>
                    <m:r>
                      <a:rPr lang="ru-RU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=1 при учете размера.</m:t>
                    </m:r>
                  </m:oMath>
                </a14:m>
                <a:endParaRPr lang="ru-RU" sz="2000" dirty="0">
                  <a:sym typeface="Golos Text"/>
                </a:endParaRPr>
              </a:p>
              <a:p>
                <a:pPr>
                  <a:buClr>
                    <a:srgbClr val="000000"/>
                  </a:buClr>
                  <a:buSzPts val="1600"/>
                </a:pPr>
                <a:endParaRPr lang="ru-RU" sz="2000" b="1" i="0" u="none" strike="noStrike" cap="none" dirty="0">
                  <a:solidFill>
                    <a:srgbClr val="000000"/>
                  </a:solidFill>
                  <a:ea typeface="Golos Text"/>
                  <a:cs typeface="Golos Text"/>
                  <a:sym typeface="Golos Text"/>
                </a:endParaRPr>
              </a:p>
              <a:p>
                <a:pPr>
                  <a:buClr>
                    <a:srgbClr val="7030A0"/>
                  </a:buClr>
                  <a:buSzPts val="1600"/>
                </a:pPr>
                <a:r>
                  <a:rPr lang="ru-RU" sz="2000" b="1" i="0" u="none" strike="noStrike" cap="none" dirty="0">
                    <a:solidFill>
                      <a:srgbClr val="000000"/>
                    </a:solidFill>
                    <a:ea typeface="Golos Text"/>
                    <a:cs typeface="Golos Text"/>
                    <a:sym typeface="Golos Text"/>
                  </a:rPr>
                  <a:t>2. Пространство выходов </a:t>
                </a:r>
              </a:p>
              <a:p>
                <a:pPr>
                  <a:buClr>
                    <a:srgbClr val="7030A0"/>
                  </a:buClr>
                  <a:buSzPts val="1600"/>
                </a:pPr>
                <a:r>
                  <a:rPr lang="ru-RU" sz="2000" dirty="0">
                    <a:solidFill>
                      <a:srgbClr val="000000"/>
                    </a:solidFill>
                    <a:cs typeface="Golos Text"/>
                    <a:sym typeface="Golos Text"/>
                  </a:rPr>
                  <a:t>Категория сплава: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  <a:sym typeface="Golos Text"/>
                          </a:rPr>
                        </m:ctrlPr>
                      </m:sSubPr>
                      <m:e>
                        <m:r>
                          <a:rPr lang="ru-RU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  <a:sym typeface="Golos Text"/>
                          </a:rPr>
                          <m:t>𝑦</m:t>
                        </m:r>
                      </m:e>
                      <m:sub>
                        <m:r>
                          <a:rPr lang="ru-RU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  <a:sym typeface="Golos Text"/>
                          </a:rPr>
                          <m:t>𝑐𝑎𝑡</m:t>
                        </m:r>
                      </m:sub>
                    </m:sSub>
                    <m:r>
                      <a:rPr lang="ru-RU" sz="2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  <a:sym typeface="Golos Text"/>
                      </a:rPr>
                      <m:t>∈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C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, </m:t>
                    </m:r>
                    <m:r>
                      <m:rPr>
                        <m:nor/>
                      </m:rPr>
                      <a:rPr lang="ru-RU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где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C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 = {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nickel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,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titanium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,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aluminum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,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steel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,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copper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,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other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00"/>
                        </a:solidFill>
                        <a:ea typeface="Golos Text"/>
                        <a:cs typeface="Golos Text"/>
                      </a:rPr>
                      <m:t>}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ea typeface="Golos Text"/>
                  <a:cs typeface="Golos Text"/>
                  <a:sym typeface="Golos Text"/>
                </a:endParaRPr>
              </a:p>
              <a:p>
                <a:pPr>
                  <a:buClr>
                    <a:srgbClr val="7030A0"/>
                  </a:buClr>
                  <a:buSzPts val="1600"/>
                </a:pPr>
                <a:r>
                  <a:rPr lang="ru-RU" sz="2000" dirty="0">
                    <a:solidFill>
                      <a:srgbClr val="000000"/>
                    </a:solidFill>
                    <a:cs typeface="Golos Text"/>
                    <a:sym typeface="Golos Text"/>
                  </a:rPr>
                  <a:t>Предел прочности: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dirty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ru-RU" sz="2000" b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Golos Text"/>
                        <a:cs typeface="Golos Text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</m:ctrlPr>
                      </m:sSubPr>
                      <m:e>
                        <m:r>
                          <a:rPr lang="ru-RU" sz="2000" b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ℝ</m:t>
                        </m:r>
                      </m:e>
                      <m:sub>
                        <m:r>
                          <a:rPr lang="en-US" sz="2000" b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olos Text"/>
                            <a:cs typeface="Golos Text"/>
                          </a:rPr>
                          <m:t>≥0</m:t>
                        </m:r>
                      </m:sub>
                    </m:sSub>
                  </m:oMath>
                </a14:m>
                <a:endParaRPr lang="ru-RU" sz="2000" dirty="0">
                  <a:solidFill>
                    <a:srgbClr val="000000"/>
                  </a:solidFill>
                  <a:ea typeface="Golos Text"/>
                  <a:cs typeface="Golos Text"/>
                  <a:sym typeface="Golos Text"/>
                </a:endParaRPr>
              </a:p>
            </p:txBody>
          </p:sp>
        </mc:Choice>
        <mc:Fallback xmlns="">
          <p:sp>
            <p:nvSpPr>
              <p:cNvPr id="9" name="Google Shape;159;p22">
                <a:extLst>
                  <a:ext uri="{FF2B5EF4-FFF2-40B4-BE49-F238E27FC236}">
                    <a16:creationId xmlns:a16="http://schemas.microsoft.com/office/drawing/2014/main" id="{A478F6EC-F027-4FC7-9A0F-DA2F9EFF1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82" y="1060674"/>
                <a:ext cx="6310132" cy="5693826"/>
              </a:xfrm>
              <a:prstGeom prst="rect">
                <a:avLst/>
              </a:prstGeom>
              <a:blipFill>
                <a:blip r:embed="rId5"/>
                <a:stretch>
                  <a:fillRect l="-1063" t="-535" b="-9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65C3B0-4B0B-4E16-8679-09440C07E401}"/>
                  </a:ext>
                </a:extLst>
              </p:cNvPr>
              <p:cNvSpPr txBox="1"/>
              <p:nvPr/>
            </p:nvSpPr>
            <p:spPr>
              <a:xfrm>
                <a:off x="6476036" y="1060674"/>
                <a:ext cx="5550060" cy="4181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7030A0"/>
                  </a:buClr>
                  <a:buSzPts val="1600"/>
                </a:pPr>
                <a:r>
                  <a:rPr lang="ru-RU" sz="2000" b="1" dirty="0">
                    <a:solidFill>
                      <a:srgbClr val="000000"/>
                    </a:solidFill>
                    <a:cs typeface="Golos Text"/>
                    <a:sym typeface="Golos Text"/>
                  </a:rPr>
                  <a:t>3. Задачи классификации и регрессии</a:t>
                </a:r>
              </a:p>
              <a:p>
                <a:pPr>
                  <a:buClr>
                    <a:srgbClr val="7030A0"/>
                  </a:buClr>
                  <a:buSzPts val="1600"/>
                </a:pPr>
                <a:r>
                  <a:rPr lang="ru-RU" sz="2000" dirty="0">
                    <a:solidFill>
                      <a:srgbClr val="000000"/>
                    </a:solidFill>
                    <a:cs typeface="Golos Text"/>
                  </a:rPr>
                  <a:t>Классификация: построить модель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</m:sSub>
                    <m:r>
                      <a:rPr lang="ru-RU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b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p>
                    </m:sSup>
                    <m:r>
                      <a:rPr lang="en-US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sz="2000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≥0</m:t>
                        </m:r>
                      </m:sub>
                    </m:sSub>
                    <m:r>
                      <a:rPr lang="en-US" sz="20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cs typeface="Golos Text"/>
                  </a:rPr>
                  <a:t> </a:t>
                </a:r>
                <a:r>
                  <a:rPr lang="ru-RU" sz="2000" dirty="0" err="1">
                    <a:solidFill>
                      <a:srgbClr val="000000"/>
                    </a:solidFill>
                    <a:cs typeface="Golos Text"/>
                  </a:rPr>
                  <a:t>максимизирующую</a:t>
                </a:r>
                <a:r>
                  <a:rPr lang="ru-RU" sz="2000" dirty="0">
                    <a:solidFill>
                      <a:srgbClr val="000000"/>
                    </a:solidFill>
                    <a:cs typeface="Golos Text"/>
                  </a:rPr>
                  <a:t> </a:t>
                </a:r>
                <a:r>
                  <a:rPr lang="en-US" sz="2000" dirty="0">
                    <a:solidFill>
                      <a:srgbClr val="000000"/>
                    </a:solidFill>
                    <a:cs typeface="Golos Text"/>
                  </a:rPr>
                  <a:t>accuracy.</a:t>
                </a:r>
                <a:endParaRPr lang="ru-RU" sz="2000" dirty="0">
                  <a:solidFill>
                    <a:srgbClr val="000000"/>
                  </a:solidFill>
                  <a:cs typeface="Golos Text"/>
                  <a:sym typeface="Golos Text"/>
                </a:endParaRPr>
              </a:p>
              <a:p>
                <a:pPr>
                  <a:buClr>
                    <a:srgbClr val="7030A0"/>
                  </a:buClr>
                  <a:buSzPts val="1600"/>
                </a:pPr>
                <a:r>
                  <a:rPr lang="ru-RU" sz="2000" dirty="0">
                    <a:solidFill>
                      <a:srgbClr val="000000"/>
                    </a:solidFill>
                    <a:cs typeface="Golos Text"/>
                  </a:rPr>
                  <a:t>Регрессия: построить модель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cat</m:t>
                        </m:r>
                      </m:sub>
                    </m:sSub>
                    <m:r>
                      <a:rPr lang="ru-RU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b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p>
                    </m:sSup>
                    <m:r>
                      <a:rPr lang="en-US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cs typeface="Golos Text"/>
                  </a:rPr>
                  <a:t>​, минимизирующую RMSE.</a:t>
                </a:r>
                <a:endParaRPr lang="en-US" sz="2000" dirty="0">
                  <a:solidFill>
                    <a:srgbClr val="000000"/>
                  </a:solidFill>
                  <a:cs typeface="Golos Text"/>
                </a:endParaRPr>
              </a:p>
              <a:p>
                <a:pPr>
                  <a:buClr>
                    <a:srgbClr val="7030A0"/>
                  </a:buClr>
                  <a:buSzPts val="1600"/>
                </a:pPr>
                <a:endParaRPr lang="ru-RU" sz="2000" dirty="0">
                  <a:solidFill>
                    <a:srgbClr val="000000"/>
                  </a:solidFill>
                  <a:cs typeface="Golos Text"/>
                  <a:sym typeface="Golos Text"/>
                </a:endParaRPr>
              </a:p>
              <a:p>
                <a:pPr>
                  <a:buClr>
                    <a:srgbClr val="7030A0"/>
                  </a:buClr>
                  <a:buSzPts val="1600"/>
                </a:pPr>
                <a:r>
                  <a:rPr lang="ru-RU" sz="2000" b="1" dirty="0">
                    <a:solidFill>
                      <a:srgbClr val="000000"/>
                    </a:solidFill>
                    <a:cs typeface="Golos Text"/>
                    <a:sym typeface="Golos Text"/>
                  </a:rPr>
                  <a:t>4. Каскадная схема</a:t>
                </a:r>
                <a:endParaRPr lang="en-US" sz="2000" b="1" dirty="0">
                  <a:solidFill>
                    <a:srgbClr val="000000"/>
                  </a:solidFill>
                  <a:cs typeface="Golos Text"/>
                  <a:sym typeface="Golos Text"/>
                </a:endParaRPr>
              </a:p>
              <a:p>
                <a:pPr>
                  <a:buClr>
                    <a:srgbClr val="7030A0"/>
                  </a:buClr>
                  <a:buSzPts val="1600"/>
                </a:pPr>
                <a:r>
                  <a:rPr lang="ru-RU" sz="2000" dirty="0">
                    <a:solidFill>
                      <a:srgbClr val="000000"/>
                    </a:solidFill>
                    <a:cs typeface="Golos Text"/>
                  </a:rPr>
                  <a:t>Общая задача решается в два этапа:</a:t>
                </a:r>
                <a:endParaRPr lang="en-US" sz="2000" dirty="0">
                  <a:solidFill>
                    <a:srgbClr val="000000"/>
                  </a:solidFill>
                  <a:cs typeface="Golos Text"/>
                </a:endParaRPr>
              </a:p>
              <a:p>
                <a:pPr indent="-342900">
                  <a:buClr>
                    <a:srgbClr val="7030A0"/>
                  </a:buClr>
                  <a:buSzPts val="1600"/>
                  <a:buFont typeface="+mj-lt"/>
                  <a:buAutoNum type="arabicPeriod"/>
                </a:pPr>
                <a:r>
                  <a:rPr lang="ru-RU" sz="2000" dirty="0">
                    <a:solidFill>
                      <a:srgbClr val="000000"/>
                    </a:solidFill>
                    <a:cs typeface="Golos Text"/>
                    <a:sym typeface="Golos Text"/>
                  </a:rPr>
                  <a:t>Классификация: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  <m:t>c</m:t>
                        </m:r>
                      </m:e>
                    </m:acc>
                    <m:r>
                      <a:rPr lang="ru-RU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Golos Text"/>
                      </a:rPr>
                      <m:t>=</m:t>
                    </m:r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cat</m:t>
                        </m:r>
                      </m:sub>
                    </m:sSub>
                    <m:r>
                      <a:rPr lang="en-US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000" dirty="0">
                  <a:solidFill>
                    <a:srgbClr val="000000"/>
                  </a:solidFill>
                  <a:cs typeface="Golos Text"/>
                  <a:sym typeface="Golos Text"/>
                </a:endParaRPr>
              </a:p>
              <a:p>
                <a:pPr indent="-342900">
                  <a:buClr>
                    <a:srgbClr val="7030A0"/>
                  </a:buClr>
                  <a:buSzPts val="1600"/>
                  <a:buFont typeface="+mj-lt"/>
                  <a:buAutoNum type="arabicPeriod"/>
                </a:pPr>
                <a:r>
                  <a:rPr lang="ru-RU" sz="2000" dirty="0">
                    <a:solidFill>
                      <a:srgbClr val="000000"/>
                    </a:solidFill>
                    <a:cs typeface="Golos Text"/>
                    <a:sym typeface="Golos Text"/>
                  </a:rPr>
                  <a:t>Регрессия:</a:t>
                </a:r>
                <a:r>
                  <a:rPr lang="en-US" sz="2000" dirty="0">
                    <a:solidFill>
                      <a:srgbClr val="000000"/>
                    </a:solidFill>
                    <a:cs typeface="Golos Text"/>
                    <a:sym typeface="Golos Tex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Golos Text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ru-RU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Golos Text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  <m:t>σ</m:t>
                        </m:r>
                      </m:sub>
                    </m:sSub>
                    <m:r>
                      <a:rPr lang="en-US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Golos Text"/>
                      </a:rPr>
                      <m:t>=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Golos Text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Golos Text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ru-RU" sz="20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Golos Text"/>
                                  </a:rPr>
                                  <m:t>c</m:t>
                                </m:r>
                              </m:e>
                            </m:acc>
                          </m:e>
                        </m:d>
                      </m:sup>
                    </m:sSubSup>
                    <m:d>
                      <m:dPr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где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Golos Text"/>
                              </a:rPr>
                            </m:ctrlPr>
                          </m:dPr>
                          <m:e>
                            <m:r>
                              <a:rPr lang="ru-RU" sz="2000" b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Golos Text"/>
                              </a:rPr>
                              <m:t>с</m:t>
                            </m:r>
                          </m:e>
                        </m:d>
                      </m:sup>
                    </m:sSubSup>
                  </m:oMath>
                </a14:m>
                <a:r>
                  <a:rPr lang="ru-RU" sz="2000" dirty="0">
                    <a:solidFill>
                      <a:srgbClr val="000000"/>
                    </a:solidFill>
                    <a:cs typeface="Golos Text"/>
                  </a:rPr>
                  <a:t> – регрессор, обученный на образцах класса c</a:t>
                </a:r>
                <a:endParaRPr lang="ru-RU" sz="2000" dirty="0">
                  <a:solidFill>
                    <a:srgbClr val="000000"/>
                  </a:solidFill>
                  <a:cs typeface="Golos Text"/>
                  <a:sym typeface="Golos Text"/>
                </a:endParaRPr>
              </a:p>
              <a:p>
                <a:pPr>
                  <a:buClr>
                    <a:srgbClr val="7030A0"/>
                  </a:buClr>
                  <a:buSzPts val="1600"/>
                </a:pPr>
                <a:r>
                  <a:rPr lang="ru-RU" sz="2000" dirty="0">
                    <a:solidFill>
                      <a:srgbClr val="000000"/>
                    </a:solidFill>
                    <a:cs typeface="Golos Text"/>
                    <a:sym typeface="Golos Text"/>
                  </a:rPr>
                  <a:t>Результат: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</m:ctrlPr>
                      </m:sSubPr>
                      <m:e>
                        <m:r>
                          <a:rPr lang="ru-RU" sz="2000" b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Golos Text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ru-RU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Golos Text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  <m:t>σ</m:t>
                        </m:r>
                      </m:sub>
                    </m:sSub>
                    <m:r>
                      <a:rPr lang="ru-RU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Golos Text"/>
                      </a:rPr>
                      <m:t>,</m:t>
                    </m:r>
                    <m:acc>
                      <m:accPr>
                        <m:chr m:val="̂"/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  <m:t>c</m:t>
                        </m:r>
                      </m:e>
                    </m:acc>
                    <m:r>
                      <a:rPr lang="ru-RU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Golos Text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Golos Text"/>
                      </a:rPr>
                      <m:t>confidence</m:t>
                    </m:r>
                    <m:r>
                      <a:rPr lang="en-US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Golos Text"/>
                      </a:rPr>
                      <m:t>), где </m:t>
                    </m:r>
                    <m:r>
                      <m:rPr>
                        <m:sty m:val="p"/>
                      </m:rPr>
                      <a:rPr lang="en-US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Golos Text"/>
                      </a:rPr>
                      <m:t>confidence</m:t>
                    </m:r>
                    <m:r>
                      <a:rPr lang="en-US" sz="2000" b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Golos Text"/>
                      </a:rPr>
                      <m:t>=</m:t>
                    </m:r>
                    <m:func>
                      <m:func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2000" b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Golos Text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Golos Text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Golos Text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u-RU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Golos Text"/>
                              </a:rPr>
                              <m:t>c</m:t>
                            </m:r>
                          </m:sub>
                        </m:sSub>
                      </m:e>
                    </m:func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Golos Text"/>
                      </a:rPr>
                      <m:t>.</m:t>
                    </m:r>
                  </m:oMath>
                </a14:m>
                <a:endParaRPr lang="ru-RU" sz="2000" dirty="0">
                  <a:solidFill>
                    <a:srgbClr val="000000"/>
                  </a:solidFill>
                  <a:cs typeface="Golos Text"/>
                  <a:sym typeface="Golos Tex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65C3B0-4B0B-4E16-8679-09440C07E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036" y="1060674"/>
                <a:ext cx="5550060" cy="4181979"/>
              </a:xfrm>
              <a:prstGeom prst="rect">
                <a:avLst/>
              </a:prstGeom>
              <a:blipFill>
                <a:blip r:embed="rId6"/>
                <a:stretch>
                  <a:fillRect l="-1098" t="-729" r="-20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320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4" y="6073258"/>
            <a:ext cx="12079386" cy="63826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628" y="167086"/>
            <a:ext cx="4145353" cy="790685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3331483" y="450473"/>
            <a:ext cx="8612474" cy="638264"/>
          </a:xfrm>
        </p:spPr>
        <p:txBody>
          <a:bodyPr>
            <a:noAutofit/>
          </a:bodyPr>
          <a:lstStyle/>
          <a:p>
            <a:pPr algn="ctr"/>
            <a:r>
              <a:rPr lang="ru-RU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ВЫБОР МОДЕЛЕЙ МАШИННОГО ОБУЧЕНИЯ</a:t>
            </a:r>
          </a:p>
        </p:txBody>
      </p:sp>
      <p:sp>
        <p:nvSpPr>
          <p:cNvPr id="2" name="Подзаголовок 2"/>
          <p:cNvSpPr txBox="1"/>
          <p:nvPr/>
        </p:nvSpPr>
        <p:spPr>
          <a:xfrm>
            <a:off x="248043" y="1830325"/>
            <a:ext cx="4711884" cy="5143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altLang="ru-RU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1" name="TextBox 10"/>
          <p:cNvSpPr txBox="1"/>
          <p:nvPr/>
        </p:nvSpPr>
        <p:spPr>
          <a:xfrm>
            <a:off x="11541526" y="6302760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192BF9F7-91AD-4FDC-BDA9-2680960D2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464392"/>
              </p:ext>
            </p:extLst>
          </p:nvPr>
        </p:nvGraphicFramePr>
        <p:xfrm>
          <a:off x="236637" y="1364276"/>
          <a:ext cx="11831340" cy="4668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9241">
                  <a:extLst>
                    <a:ext uri="{9D8B030D-6E8A-4147-A177-3AD203B41FA5}">
                      <a16:colId xmlns:a16="http://schemas.microsoft.com/office/drawing/2014/main" val="3133040329"/>
                    </a:ext>
                  </a:extLst>
                </a:gridCol>
                <a:gridCol w="2353295">
                  <a:extLst>
                    <a:ext uri="{9D8B030D-6E8A-4147-A177-3AD203B41FA5}">
                      <a16:colId xmlns:a16="http://schemas.microsoft.com/office/drawing/2014/main" val="1162992035"/>
                    </a:ext>
                  </a:extLst>
                </a:gridCol>
                <a:gridCol w="2366268">
                  <a:extLst>
                    <a:ext uri="{9D8B030D-6E8A-4147-A177-3AD203B41FA5}">
                      <a16:colId xmlns:a16="http://schemas.microsoft.com/office/drawing/2014/main" val="4114598831"/>
                    </a:ext>
                  </a:extLst>
                </a:gridCol>
                <a:gridCol w="2366268">
                  <a:extLst>
                    <a:ext uri="{9D8B030D-6E8A-4147-A177-3AD203B41FA5}">
                      <a16:colId xmlns:a16="http://schemas.microsoft.com/office/drawing/2014/main" val="747970524"/>
                    </a:ext>
                  </a:extLst>
                </a:gridCol>
                <a:gridCol w="2366268">
                  <a:extLst>
                    <a:ext uri="{9D8B030D-6E8A-4147-A177-3AD203B41FA5}">
                      <a16:colId xmlns:a16="http://schemas.microsoft.com/office/drawing/2014/main" val="3717945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Критерий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Random Forest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 err="1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XGBoost</a:t>
                      </a:r>
                      <a:endParaRPr lang="en-US" sz="1400" b="1" kern="1200" dirty="0">
                        <a:solidFill>
                          <a:srgbClr val="00206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 err="1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LightGBM</a:t>
                      </a:r>
                      <a:endParaRPr lang="en-US" sz="1400" b="1" kern="1200" dirty="0">
                        <a:solidFill>
                          <a:srgbClr val="00206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Нейронные сети (</a:t>
                      </a:r>
                      <a:r>
                        <a:rPr lang="en-US" sz="14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MLP)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975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Тип алгоритма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Ансамбль (</a:t>
                      </a:r>
                      <a:r>
                        <a:rPr lang="ru-RU" sz="1200" b="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бэггинг</a:t>
                      </a:r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Ансамбль (бустинг)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Ансамбль (</a:t>
                      </a:r>
                      <a:r>
                        <a:rPr lang="ru-RU" sz="1200" b="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бустинг</a:t>
                      </a:r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Глубокая нейронная сеть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157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Устойчивость к выбросам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Низкая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70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Требования к масштабированию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требуется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требуется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требуется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Обязательно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904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Работа с пропусками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Хорошая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Встроенная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Встроенная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Требует предобработки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915446"/>
                  </a:ext>
                </a:extLst>
              </a:tr>
              <a:tr h="39793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Риск переобучения на малых данных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Низкий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Средний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Средний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Очень высокий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991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Скорость обучения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Низкая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284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Скорость предсказания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896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Интерпретируемость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 (важность признаков)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(важность признаков)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Низкая ("чёрный ящик")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713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Чувствительность </a:t>
                      </a:r>
                      <a:r>
                        <a:rPr lang="ru-RU" sz="1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модели</a:t>
                      </a:r>
                    </a:p>
                    <a:p>
                      <a:pPr marL="0" algn="l" defTabSz="914400" rtl="0" eaLnBrk="1" latinLnBrk="0" hangingPunct="1"/>
                      <a:r>
                        <a:rPr lang="ru-RU" sz="1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 </a:t>
                      </a:r>
                      <a:r>
                        <a:rPr lang="ru-RU" sz="1200" b="1" kern="1200" dirty="0" err="1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гиперпараметрам</a:t>
                      </a:r>
                      <a:endParaRPr lang="ru-RU" sz="1200" b="1" kern="1200" dirty="0">
                        <a:solidFill>
                          <a:srgbClr val="00206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Низкая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Очень высокая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225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200" b="1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Требуемый объём данных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Малый–средний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Малый–средний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Средний–большой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Большой (&gt;10⁴–10⁵)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06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193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338" y="73887"/>
            <a:ext cx="4555511" cy="1131393"/>
          </a:xfrm>
          <a:prstGeom prst="rect">
            <a:avLst/>
          </a:prstGeom>
        </p:spPr>
      </p:pic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1527077" y="443612"/>
            <a:ext cx="9250460" cy="586557"/>
          </a:xfrm>
        </p:spPr>
        <p:txBody>
          <a:bodyPr>
            <a:normAutofit/>
          </a:bodyPr>
          <a:lstStyle/>
          <a:p>
            <a:pPr algn="ctr"/>
            <a:r>
              <a:rPr lang="ru-RU" altLang="en-US" sz="27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АРХИТЕКТУРА </a:t>
            </a:r>
            <a:r>
              <a:rPr lang="en-US" altLang="en-US" sz="2700" b="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ML-</a:t>
            </a:r>
            <a:r>
              <a:rPr lang="ru-RU" altLang="en-US" sz="2700" b="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МОДЕЛЕЙ</a:t>
            </a:r>
            <a:endParaRPr lang="ru-RU" altLang="en-US" sz="27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14" y="6015473"/>
            <a:ext cx="12079386" cy="638264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646176" y="1105362"/>
            <a:ext cx="4450877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dirty="0" err="1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XGBoost</a:t>
            </a:r>
            <a:endParaRPr lang="en-US" altLang="en-US" sz="2000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193971" y="1047036"/>
            <a:ext cx="5396426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sz="200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Random Forest</a:t>
            </a:r>
            <a:endParaRPr lang="ru-RU" altLang="en-US" sz="2000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The XGBoost algorithm structure">
            <a:extLst>
              <a:ext uri="{FF2B5EF4-FFF2-40B4-BE49-F238E27FC236}">
                <a16:creationId xmlns:a16="http://schemas.microsoft.com/office/drawing/2014/main" id="{EC9B623E-39DB-4797-8B3B-38A250D243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06"/>
          <a:stretch/>
        </p:blipFill>
        <p:spPr bwMode="auto">
          <a:xfrm>
            <a:off x="608756" y="1455583"/>
            <a:ext cx="4535870" cy="277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Random Forest? | IBM">
            <a:extLst>
              <a:ext uri="{FF2B5EF4-FFF2-40B4-BE49-F238E27FC236}">
                <a16:creationId xmlns:a16="http://schemas.microsoft.com/office/drawing/2014/main" id="{FF769791-D4B9-459C-8573-92707ACFD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097" y="1447146"/>
            <a:ext cx="5025727" cy="282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ightgbm parameters tuning | My knowledge base">
            <a:extLst>
              <a:ext uri="{FF2B5EF4-FFF2-40B4-BE49-F238E27FC236}">
                <a16:creationId xmlns:a16="http://schemas.microsoft.com/office/drawing/2014/main" id="{6CEEDF1E-FCE0-4DCE-83A4-8A7EF175F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011" y="4674227"/>
            <a:ext cx="6068105" cy="2106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DC5DFF-335B-4D31-AF14-1F88B846FFB0}"/>
              </a:ext>
            </a:extLst>
          </p:cNvPr>
          <p:cNvSpPr txBox="1"/>
          <p:nvPr/>
        </p:nvSpPr>
        <p:spPr>
          <a:xfrm>
            <a:off x="2955472" y="4263943"/>
            <a:ext cx="62810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endParaRPr lang="en-US" sz="2000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338" y="73887"/>
            <a:ext cx="4555511" cy="1131393"/>
          </a:xfrm>
          <a:prstGeom prst="rect">
            <a:avLst/>
          </a:prstGeom>
        </p:spPr>
      </p:pic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1456122" y="424297"/>
            <a:ext cx="11106432" cy="586557"/>
          </a:xfrm>
        </p:spPr>
        <p:txBody>
          <a:bodyPr>
            <a:normAutofit/>
          </a:bodyPr>
          <a:lstStyle/>
          <a:p>
            <a:pPr algn="ctr"/>
            <a:r>
              <a:rPr lang="ru-RU" altLang="en-US" sz="27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РЕЗУЛЬТАТЫ </a:t>
            </a:r>
            <a:r>
              <a:rPr lang="ru-RU" altLang="en-US" sz="2700" b="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ОБУЧЕНИЯ</a:t>
            </a:r>
            <a:r>
              <a:rPr lang="en-US" altLang="en-US" sz="2700" b="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ru-RU" altLang="en-US" sz="2700" b="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МОДЕЛЕЙ</a:t>
            </a:r>
            <a:endParaRPr lang="ru-RU" altLang="en-US" sz="27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14" y="6015473"/>
            <a:ext cx="12079386" cy="638264"/>
          </a:xfrm>
          <a:prstGeom prst="rect">
            <a:avLst/>
          </a:prstGeom>
        </p:spPr>
      </p:pic>
      <p:sp>
        <p:nvSpPr>
          <p:cNvPr id="21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04592205-3512-4054-8612-E6EF56D94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657694"/>
              </p:ext>
            </p:extLst>
          </p:nvPr>
        </p:nvGraphicFramePr>
        <p:xfrm>
          <a:off x="411537" y="1114620"/>
          <a:ext cx="11481539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6648">
                  <a:extLst>
                    <a:ext uri="{9D8B030D-6E8A-4147-A177-3AD203B41FA5}">
                      <a16:colId xmlns:a16="http://schemas.microsoft.com/office/drawing/2014/main" val="2093587854"/>
                    </a:ext>
                  </a:extLst>
                </a:gridCol>
                <a:gridCol w="2192785">
                  <a:extLst>
                    <a:ext uri="{9D8B030D-6E8A-4147-A177-3AD203B41FA5}">
                      <a16:colId xmlns:a16="http://schemas.microsoft.com/office/drawing/2014/main" val="3808436122"/>
                    </a:ext>
                  </a:extLst>
                </a:gridCol>
                <a:gridCol w="2192513">
                  <a:extLst>
                    <a:ext uri="{9D8B030D-6E8A-4147-A177-3AD203B41FA5}">
                      <a16:colId xmlns:a16="http://schemas.microsoft.com/office/drawing/2014/main" val="2813716868"/>
                    </a:ext>
                  </a:extLst>
                </a:gridCol>
                <a:gridCol w="2192513">
                  <a:extLst>
                    <a:ext uri="{9D8B030D-6E8A-4147-A177-3AD203B41FA5}">
                      <a16:colId xmlns:a16="http://schemas.microsoft.com/office/drawing/2014/main" val="1256569179"/>
                    </a:ext>
                  </a:extLst>
                </a:gridCol>
                <a:gridCol w="2192513">
                  <a:extLst>
                    <a:ext uri="{9D8B030D-6E8A-4147-A177-3AD203B41FA5}">
                      <a16:colId xmlns:a16="http://schemas.microsoft.com/office/drawing/2014/main" val="2683541819"/>
                    </a:ext>
                  </a:extLst>
                </a:gridCol>
                <a:gridCol w="1124567">
                  <a:extLst>
                    <a:ext uri="{9D8B030D-6E8A-4147-A177-3AD203B41FA5}">
                      <a16:colId xmlns:a16="http://schemas.microsoft.com/office/drawing/2014/main" val="2929250628"/>
                    </a:ext>
                  </a:extLst>
                </a:gridCol>
              </a:tblGrid>
              <a:tr h="2908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Категория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Модель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R²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MAE (</a:t>
                      </a:r>
                      <a:r>
                        <a:rPr lang="ru-RU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МПа)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RMSE (</a:t>
                      </a:r>
                      <a:r>
                        <a:rPr lang="ru-RU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МПа)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Образцов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4024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Никелевые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XGBoost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0.9645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12.0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21.2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107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7766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Random Forest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0.6879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44.7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62.9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107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4427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Титановые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XGBoost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0.7701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38.2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85.7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87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4807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Random Forest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0.6068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53.3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112.1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87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8048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Алюминиевые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XGBoost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0.9112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16.5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35.5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7056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LightGBM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0.8931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21.8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38.9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7761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Random Forest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0.8534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25.4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45.6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8676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Стальные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LightGBM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0.8688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89.7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154.6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1677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694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XGBoost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0.8652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78.8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156.7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1677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9166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Медные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LightGBM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0.7456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43.2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84.8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262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8416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XGBoost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0.6966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38.5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92.6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262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5364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Random Forest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0.6822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46.1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94.8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262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9612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Прочие</a:t>
                      </a: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XGBoost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0.9256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53.0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86.1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595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7746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4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Random Forest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0.8990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70.7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100.3</a:t>
                      </a:r>
                    </a:p>
                  </a:txBody>
                  <a:tcPr marL="121920" marR="12192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595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536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75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70205" y="6173876"/>
            <a:ext cx="11821795" cy="5865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4" name="Прямоугольник 3"/>
          <p:cNvSpPr/>
          <p:nvPr/>
        </p:nvSpPr>
        <p:spPr>
          <a:xfrm>
            <a:off x="7339965" y="422275"/>
            <a:ext cx="4145280" cy="7118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1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pic>
        <p:nvPicPr>
          <p:cNvPr id="15" name="Google Shape;202;p26" title="deepseek_mermaid_20260521_14a669.png">
            <a:extLst>
              <a:ext uri="{FF2B5EF4-FFF2-40B4-BE49-F238E27FC236}">
                <a16:creationId xmlns:a16="http://schemas.microsoft.com/office/drawing/2014/main" id="{EAABA495-2317-4678-B4FE-5FD162D47AE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842" y="422275"/>
            <a:ext cx="6740417" cy="65921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10"/>
          <p:cNvSpPr txBox="1"/>
          <p:nvPr/>
        </p:nvSpPr>
        <p:spPr>
          <a:xfrm>
            <a:off x="11590397" y="6315933"/>
            <a:ext cx="80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3348990" y="320203"/>
            <a:ext cx="8843010" cy="1180751"/>
          </a:xfrm>
        </p:spPr>
        <p:txBody>
          <a:bodyPr>
            <a:noAutofit/>
          </a:bodyPr>
          <a:lstStyle/>
          <a:p>
            <a:r>
              <a:rPr lang="en-US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ML-</a:t>
            </a:r>
            <a:r>
              <a:rPr lang="ru-RU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КОНВЕЙЕР </a:t>
            </a:r>
            <a:r>
              <a:rPr lang="ru-RU" b="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ПРОГНОЗИРОВАНИЯ</a:t>
            </a:r>
          </a:p>
          <a:p>
            <a:r>
              <a:rPr lang="ru-RU" b="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ПРЕДЕЛА </a:t>
            </a:r>
            <a:r>
              <a:rPr lang="ru-RU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ПРОЧНОСТИ</a:t>
            </a:r>
          </a:p>
        </p:txBody>
      </p:sp>
      <p:sp>
        <p:nvSpPr>
          <p:cNvPr id="13" name="Подзаголовок 12">
            <a:extLst>
              <a:ext uri="{FF2B5EF4-FFF2-40B4-BE49-F238E27FC236}">
                <a16:creationId xmlns:a16="http://schemas.microsoft.com/office/drawing/2014/main" id="{F21C4552-2656-4407-8B84-E38D405B1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527858"/>
            <a:ext cx="5281862" cy="5156375"/>
          </a:xfrm>
        </p:spPr>
        <p:txBody>
          <a:bodyPr>
            <a:noAutofit/>
          </a:bodyPr>
          <a:lstStyle/>
          <a:p>
            <a:pPr marL="342900" marR="0" lvl="0" indent="-3429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800" b="1" dirty="0">
                <a:ea typeface="Golos Text"/>
                <a:cs typeface="Golos Text"/>
                <a:sym typeface="Golos Text"/>
              </a:rPr>
              <a:t>Классификатор: </a:t>
            </a:r>
            <a:r>
              <a:rPr lang="ru-RU" sz="1800" dirty="0">
                <a:ea typeface="Golos Text"/>
                <a:cs typeface="Golos Text"/>
                <a:sym typeface="Golos Text"/>
              </a:rPr>
              <a:t>Модель </a:t>
            </a:r>
            <a:r>
              <a:rPr lang="ru-RU" sz="1800" dirty="0" err="1">
                <a:ea typeface="Golos Text"/>
                <a:cs typeface="Golos Text"/>
                <a:sym typeface="Golos Text"/>
              </a:rPr>
              <a:t>XGBoost</a:t>
            </a:r>
            <a:r>
              <a:rPr lang="ru-RU" sz="1800" dirty="0">
                <a:ea typeface="Golos Text"/>
                <a:cs typeface="Golos Text"/>
                <a:sym typeface="Golos Text"/>
              </a:rPr>
              <a:t>, обученная на данных о 3032 сплавах. </a:t>
            </a:r>
            <a:endParaRPr lang="ru-RU" sz="1800" dirty="0"/>
          </a:p>
          <a:p>
            <a:pPr marL="342900" marR="0" lvl="0" indent="-3429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800" b="1" dirty="0">
                <a:ea typeface="Golos Text"/>
                <a:cs typeface="Golos Text"/>
                <a:sym typeface="Golos Text"/>
              </a:rPr>
              <a:t>Регрессор: </a:t>
            </a:r>
            <a:r>
              <a:rPr lang="ru-RU" sz="1800" dirty="0">
                <a:ea typeface="Golos Text"/>
                <a:cs typeface="Golos Text"/>
                <a:sym typeface="Golos Text"/>
              </a:rPr>
              <a:t>Для каждой категории используется специализированная модель:</a:t>
            </a:r>
          </a:p>
          <a:p>
            <a:pPr marL="914400" marR="0" lvl="1" indent="-355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 Никелевые, титановые, </a:t>
            </a:r>
            <a:r>
              <a:rPr lang="ru-RU" sz="1800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алюминиевые</a:t>
            </a:r>
            <a:r>
              <a:rPr lang="en-US" sz="1800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 </a:t>
            </a:r>
            <a:r>
              <a:rPr lang="ru-RU" sz="1800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и </a:t>
            </a: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прочие сплавы → </a:t>
            </a:r>
            <a:r>
              <a:rPr lang="en-US" sz="1800" dirty="0" err="1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XGBoost</a:t>
            </a:r>
            <a:r>
              <a:rPr lang="en-US" sz="1800" dirty="0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;</a:t>
            </a:r>
            <a:endParaRPr lang="en-US" sz="1800"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914400" marR="0" lvl="1" indent="-355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Стальные и медные сплавы → </a:t>
            </a:r>
            <a:r>
              <a:rPr lang="en-US" sz="1800" dirty="0" err="1" smtClean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LightGBM</a:t>
            </a:r>
            <a:r>
              <a:rPr lang="en-US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.</a:t>
            </a:r>
            <a:endParaRPr lang="ru-RU" sz="1800"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342900" marR="0" lvl="0" indent="-3429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800" b="1" dirty="0" smtClean="0">
                <a:ea typeface="Golos Text"/>
                <a:cs typeface="Golos Text"/>
                <a:sym typeface="Golos Text"/>
              </a:rPr>
              <a:t>Результат</a:t>
            </a:r>
            <a:r>
              <a:rPr lang="ru-RU" sz="1800" b="1" dirty="0">
                <a:ea typeface="Golos Text"/>
                <a:cs typeface="Golos Text"/>
                <a:sym typeface="Golos Text"/>
              </a:rPr>
              <a:t>:</a:t>
            </a:r>
            <a:r>
              <a:rPr lang="ru-RU" sz="1800" dirty="0">
                <a:ea typeface="Golos Text"/>
                <a:cs typeface="Golos Text"/>
                <a:sym typeface="Golos Text"/>
              </a:rPr>
              <a:t> Предсказанное значение предела прочности в МПа, определённая категория сплава , а также числовой показатель уверенности модели в сделанном </a:t>
            </a:r>
            <a:r>
              <a:rPr lang="ru-RU" sz="1800" dirty="0" smtClean="0">
                <a:ea typeface="Golos Text"/>
                <a:cs typeface="Golos Text"/>
                <a:sym typeface="Golos Text"/>
              </a:rPr>
              <a:t>прогнозе.</a:t>
            </a:r>
            <a:endParaRPr lang="ru-RU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1033" y="6098080"/>
            <a:ext cx="12020967" cy="5865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4" name="Прямоугольник 3"/>
          <p:cNvSpPr/>
          <p:nvPr/>
        </p:nvSpPr>
        <p:spPr>
          <a:xfrm>
            <a:off x="7497743" y="253127"/>
            <a:ext cx="4104731" cy="7118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1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7571323" y="1180102"/>
            <a:ext cx="4135916" cy="586740"/>
          </a:xfrm>
        </p:spPr>
        <p:txBody>
          <a:bodyPr>
            <a:noAutofit/>
          </a:bodyPr>
          <a:lstStyle/>
          <a:p>
            <a:r>
              <a:rPr lang="ru-RU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СТЕК ТЕХНОЛОГИЙ</a:t>
            </a:r>
          </a:p>
        </p:txBody>
      </p:sp>
      <p:sp>
        <p:nvSpPr>
          <p:cNvPr id="20" name="Google Shape;167;p23">
            <a:extLst>
              <a:ext uri="{FF2B5EF4-FFF2-40B4-BE49-F238E27FC236}">
                <a16:creationId xmlns:a16="http://schemas.microsoft.com/office/drawing/2014/main" id="{A64E2E47-D2F8-4128-9872-1A51A3776648}"/>
              </a:ext>
            </a:extLst>
          </p:cNvPr>
          <p:cNvSpPr txBox="1"/>
          <p:nvPr/>
        </p:nvSpPr>
        <p:spPr>
          <a:xfrm>
            <a:off x="6648152" y="1981982"/>
            <a:ext cx="733044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02060"/>
                </a:solidFill>
                <a:ea typeface="Golos Text"/>
                <a:cs typeface="Golos Text"/>
                <a:sym typeface="Golos Text"/>
              </a:rPr>
              <a:t>Реализация модуля ML-прогнозирования:</a:t>
            </a:r>
            <a:endParaRPr sz="1800" dirty="0">
              <a:solidFill>
                <a:srgbClr val="002060"/>
              </a:solidFill>
              <a:ea typeface="Golos Text"/>
              <a:cs typeface="Golos Text"/>
              <a:sym typeface="Golos Tex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Python;</a:t>
            </a:r>
            <a:endParaRPr dirty="0">
              <a:solidFill>
                <a:srgbClr val="000000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Pandas</a:t>
            </a: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, </a:t>
            </a:r>
            <a:r>
              <a:rPr lang="ru-RU" sz="1800" dirty="0" err="1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NumPy</a:t>
            </a: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;</a:t>
            </a:r>
            <a:endParaRPr sz="1800"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XGBoost</a:t>
            </a: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;</a:t>
            </a:r>
            <a:endParaRPr sz="1800"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Scifit-learn</a:t>
            </a: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.</a:t>
            </a:r>
            <a:endParaRPr dirty="0">
              <a:solidFill>
                <a:srgbClr val="00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ea typeface="Golos Text"/>
              <a:cs typeface="Golos Text"/>
              <a:sym typeface="Golos Tex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02060"/>
                </a:solidFill>
                <a:ea typeface="Golos Text"/>
                <a:cs typeface="Golos Text"/>
                <a:sym typeface="Golos Text"/>
              </a:rPr>
              <a:t>Реализация бэкенд-части программы:</a:t>
            </a:r>
            <a:endParaRPr dirty="0">
              <a:solidFill>
                <a:srgbClr val="002060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Python + </a:t>
            </a:r>
            <a:r>
              <a:rPr lang="ru-RU" sz="1800" dirty="0" err="1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FastAPI</a:t>
            </a: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, JWT-аутентификация;</a:t>
            </a:r>
            <a:endParaRPr dirty="0">
              <a:solidFill>
                <a:srgbClr val="000000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MariaBD</a:t>
            </a: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/MySQL, </a:t>
            </a:r>
            <a:r>
              <a:rPr lang="ru-RU" sz="1800" dirty="0" err="1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SQLAlchemy</a:t>
            </a: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 ORM;</a:t>
            </a:r>
            <a:endParaRPr sz="1800"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REST API.</a:t>
            </a:r>
            <a:endParaRPr sz="1800" dirty="0">
              <a:solidFill>
                <a:srgbClr val="000000"/>
              </a:solidFill>
              <a:ea typeface="Golos Text"/>
              <a:cs typeface="Golos Text"/>
              <a:sym typeface="Golos Tex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ea typeface="Golos Text"/>
              <a:cs typeface="Golos Text"/>
              <a:sym typeface="Golos Tex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02060"/>
                </a:solidFill>
                <a:ea typeface="Golos Text"/>
                <a:cs typeface="Golos Text"/>
                <a:sym typeface="Golos Text"/>
              </a:rPr>
              <a:t>Реализация </a:t>
            </a:r>
            <a:r>
              <a:rPr lang="ru-RU" sz="1800" b="1" dirty="0" err="1">
                <a:solidFill>
                  <a:srgbClr val="002060"/>
                </a:solidFill>
                <a:ea typeface="Golos Text"/>
                <a:cs typeface="Golos Text"/>
                <a:sym typeface="Golos Text"/>
              </a:rPr>
              <a:t>фронтенд</a:t>
            </a:r>
            <a:r>
              <a:rPr lang="ru-RU" sz="1800" b="1" dirty="0">
                <a:solidFill>
                  <a:srgbClr val="002060"/>
                </a:solidFill>
                <a:ea typeface="Golos Text"/>
                <a:cs typeface="Golos Text"/>
                <a:sym typeface="Golos Text"/>
              </a:rPr>
              <a:t>-части программы:</a:t>
            </a:r>
            <a:endParaRPr dirty="0">
              <a:solidFill>
                <a:srgbClr val="002060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JavaScript + </a:t>
            </a:r>
            <a:r>
              <a:rPr lang="ru-RU" sz="1800" dirty="0" err="1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React</a:t>
            </a:r>
            <a:r>
              <a:rPr lang="ru-RU" sz="1800" dirty="0">
                <a:solidFill>
                  <a:srgbClr val="000000"/>
                </a:solidFill>
                <a:ea typeface="Golos Text"/>
                <a:cs typeface="Golos Text"/>
                <a:sym typeface="Golos Text"/>
              </a:rPr>
              <a:t>, HTTP.</a:t>
            </a:r>
            <a:endParaRPr sz="1800" dirty="0">
              <a:solidFill>
                <a:schemeClr val="dk1"/>
              </a:solidFill>
              <a:ea typeface="Golos Text"/>
              <a:cs typeface="Golos Text"/>
              <a:sym typeface="Golos Text"/>
            </a:endParaRPr>
          </a:p>
        </p:txBody>
      </p:sp>
      <p:sp>
        <p:nvSpPr>
          <p:cNvPr id="23" name="Google Shape;170;p23" descr="Logo of fastapi python web framework – Royalty-Free Vector | VectorStock">
            <a:extLst>
              <a:ext uri="{FF2B5EF4-FFF2-40B4-BE49-F238E27FC236}">
                <a16:creationId xmlns:a16="http://schemas.microsoft.com/office/drawing/2014/main" id="{2053E99F-CC21-4977-802F-AB6ADD3A0861}"/>
              </a:ext>
            </a:extLst>
          </p:cNvPr>
          <p:cNvSpPr/>
          <p:nvPr/>
        </p:nvSpPr>
        <p:spPr>
          <a:xfrm>
            <a:off x="12203720" y="280265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" name="Google Shape;171;p23" descr="Logo of fastapi python web framework – Royalty-Free Vector | VectorStock">
            <a:extLst>
              <a:ext uri="{FF2B5EF4-FFF2-40B4-BE49-F238E27FC236}">
                <a16:creationId xmlns:a16="http://schemas.microsoft.com/office/drawing/2014/main" id="{25305226-367B-4AE2-9C79-E556A7C797E5}"/>
              </a:ext>
            </a:extLst>
          </p:cNvPr>
          <p:cNvSpPr/>
          <p:nvPr/>
        </p:nvSpPr>
        <p:spPr>
          <a:xfrm>
            <a:off x="12356120" y="295505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5" name="Google Shape;173;p23">
            <a:extLst>
              <a:ext uri="{FF2B5EF4-FFF2-40B4-BE49-F238E27FC236}">
                <a16:creationId xmlns:a16="http://schemas.microsoft.com/office/drawing/2014/main" id="{2D5BBEF5-55A0-40C7-9161-A13F5F69C0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629" b="28182"/>
          <a:stretch/>
        </p:blipFill>
        <p:spPr>
          <a:xfrm>
            <a:off x="8878152" y="2901094"/>
            <a:ext cx="1507429" cy="492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74;p23">
            <a:extLst>
              <a:ext uri="{FF2B5EF4-FFF2-40B4-BE49-F238E27FC236}">
                <a16:creationId xmlns:a16="http://schemas.microsoft.com/office/drawing/2014/main" id="{FC7EC158-1B6B-430C-9E93-A764E6427B0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51407" y="2415208"/>
            <a:ext cx="1012962" cy="55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75;p23">
            <a:extLst>
              <a:ext uri="{FF2B5EF4-FFF2-40B4-BE49-F238E27FC236}">
                <a16:creationId xmlns:a16="http://schemas.microsoft.com/office/drawing/2014/main" id="{384A17E3-4982-4E48-A04D-46175DCB439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96289" y="6021749"/>
            <a:ext cx="2049467" cy="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77;p23">
            <a:extLst>
              <a:ext uri="{FF2B5EF4-FFF2-40B4-BE49-F238E27FC236}">
                <a16:creationId xmlns:a16="http://schemas.microsoft.com/office/drawing/2014/main" id="{74A28E0F-61F2-4372-A5AE-04F4470D0D8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84082" y="4582797"/>
            <a:ext cx="1679456" cy="49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78;p23">
            <a:extLst>
              <a:ext uri="{FF2B5EF4-FFF2-40B4-BE49-F238E27FC236}">
                <a16:creationId xmlns:a16="http://schemas.microsoft.com/office/drawing/2014/main" id="{ADF4683A-00C4-40A1-B5F8-90933D998DD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52673" y="5370269"/>
            <a:ext cx="1252856" cy="54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68;p23">
            <a:extLst>
              <a:ext uri="{FF2B5EF4-FFF2-40B4-BE49-F238E27FC236}">
                <a16:creationId xmlns:a16="http://schemas.microsoft.com/office/drawing/2014/main" id="{E091AD59-3DD4-4038-A03C-DCEF8521B80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24986" y="4260614"/>
            <a:ext cx="582253" cy="644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60;p22">
            <a:extLst>
              <a:ext uri="{FF2B5EF4-FFF2-40B4-BE49-F238E27FC236}">
                <a16:creationId xmlns:a16="http://schemas.microsoft.com/office/drawing/2014/main" id="{25A9E534-91D2-49DE-9C96-EFBDB71A9306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1260" y="1766842"/>
            <a:ext cx="6564093" cy="491739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Заголовок 1">
            <a:extLst>
              <a:ext uri="{FF2B5EF4-FFF2-40B4-BE49-F238E27FC236}">
                <a16:creationId xmlns:a16="http://schemas.microsoft.com/office/drawing/2014/main" id="{6FBDC373-398B-4559-9315-A6513C342E8F}"/>
              </a:ext>
            </a:extLst>
          </p:cNvPr>
          <p:cNvSpPr txBox="1"/>
          <p:nvPr/>
        </p:nvSpPr>
        <p:spPr>
          <a:xfrm>
            <a:off x="-896463" y="1135894"/>
            <a:ext cx="6846303" cy="7118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СТРУКТУРА РЕШЕНИЯ</a:t>
            </a:r>
          </a:p>
        </p:txBody>
      </p:sp>
      <p:pic>
        <p:nvPicPr>
          <p:cNvPr id="19" name="Google Shape;169;p23">
            <a:extLst>
              <a:ext uri="{FF2B5EF4-FFF2-40B4-BE49-F238E27FC236}">
                <a16:creationId xmlns:a16="http://schemas.microsoft.com/office/drawing/2014/main" id="{8FFA46F9-8155-4689-8483-B501C9DA9E6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35941" y="5752513"/>
            <a:ext cx="773198" cy="691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79;p23">
            <a:extLst>
              <a:ext uri="{FF2B5EF4-FFF2-40B4-BE49-F238E27FC236}">
                <a16:creationId xmlns:a16="http://schemas.microsoft.com/office/drawing/2014/main" id="{E8058D5E-FC16-4D87-8A63-DE6B17B97FCD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64141" y="5850395"/>
            <a:ext cx="773198" cy="603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6012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rcRect b="21392"/>
          <a:stretch>
            <a:fillRect/>
          </a:stretch>
        </p:blipFill>
        <p:spPr>
          <a:xfrm>
            <a:off x="3546081" y="149336"/>
            <a:ext cx="7961132" cy="85236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rcRect b="21392"/>
          <a:stretch>
            <a:fillRect/>
          </a:stretch>
        </p:blipFill>
        <p:spPr>
          <a:xfrm>
            <a:off x="511935" y="5960326"/>
            <a:ext cx="11680065" cy="85236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77" y="375056"/>
            <a:ext cx="2819794" cy="838317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2615149" y="494647"/>
            <a:ext cx="957008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altLang="en-US" sz="2700" dirty="0">
                <a:solidFill>
                  <a:schemeClr val="tx2">
                    <a:lumMod val="25000"/>
                  </a:schemeClr>
                </a:solidFill>
                <a:latin typeface="+mj-lt"/>
                <a:sym typeface="+mn-ea"/>
              </a:rPr>
              <a:t> </a:t>
            </a:r>
            <a:r>
              <a:rPr lang="ru-RU" altLang="en-US" sz="270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АРХИТЕКТУРА ПРОГРАММНОГО ОБЕСПЕЧЕНИЯ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oogle Shape;186;p24" title="Диаграмма без названия.drawio.png">
            <a:extLst>
              <a:ext uri="{FF2B5EF4-FFF2-40B4-BE49-F238E27FC236}">
                <a16:creationId xmlns:a16="http://schemas.microsoft.com/office/drawing/2014/main" id="{CB44A111-5AD3-49B7-8397-BBB1DBF5FFE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770" y="1120968"/>
            <a:ext cx="10522524" cy="543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rcRect b="21392"/>
          <a:stretch>
            <a:fillRect/>
          </a:stretch>
        </p:blipFill>
        <p:spPr>
          <a:xfrm>
            <a:off x="511935" y="5960326"/>
            <a:ext cx="11680065" cy="85236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07C6FF-707F-4D15-B129-56310C0EB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130" y="1047579"/>
            <a:ext cx="5044083" cy="586204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rcRect b="21392"/>
          <a:stretch>
            <a:fillRect/>
          </a:stretch>
        </p:blipFill>
        <p:spPr>
          <a:xfrm>
            <a:off x="3546081" y="149336"/>
            <a:ext cx="7961132" cy="85236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77" y="375056"/>
            <a:ext cx="2819794" cy="838317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1829472" y="540849"/>
            <a:ext cx="957008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altLang="en-US" sz="2700" dirty="0">
                <a:solidFill>
                  <a:schemeClr val="tx2">
                    <a:lumMod val="25000"/>
                  </a:schemeClr>
                </a:solidFill>
                <a:latin typeface="+mj-lt"/>
                <a:sym typeface="+mn-ea"/>
              </a:rPr>
              <a:t> </a:t>
            </a:r>
            <a:r>
              <a:rPr lang="ru-RU" altLang="en-US" sz="270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ПРОЕКТИРОВАНИЕ </a:t>
            </a:r>
            <a:r>
              <a:rPr lang="ru-RU" altLang="en-US" sz="270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СТРУКТУРЫ </a:t>
            </a:r>
            <a:r>
              <a:rPr lang="ru-RU" altLang="en-US" sz="270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ДАННЫХ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242ABEF6-932E-435B-9C0C-5648AECF729D}"/>
              </a:ext>
            </a:extLst>
          </p:cNvPr>
          <p:cNvSpPr/>
          <p:nvPr/>
        </p:nvSpPr>
        <p:spPr>
          <a:xfrm>
            <a:off x="5671596" y="3090441"/>
            <a:ext cx="6438228" cy="376755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6BA7E7-4D34-4028-B03F-8E0B7F4C92AF}"/>
              </a:ext>
            </a:extLst>
          </p:cNvPr>
          <p:cNvSpPr txBox="1"/>
          <p:nvPr/>
        </p:nvSpPr>
        <p:spPr>
          <a:xfrm>
            <a:off x="362447" y="1222978"/>
            <a:ext cx="5054506" cy="3824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1270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ru-RU" sz="1700" b="1" dirty="0" smtClean="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-RU" sz="1700" b="1" dirty="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Пользователи и роли: </a:t>
            </a:r>
            <a:r>
              <a:rPr lang="ru-RU" sz="1700" dirty="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Учётные записи, аутентификация (JWT, </a:t>
            </a:r>
            <a:r>
              <a:rPr lang="ru-RU" sz="1700" dirty="0" err="1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refresh-токены</a:t>
            </a:r>
            <a:r>
              <a:rPr lang="ru-RU" sz="1700" dirty="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), разграничение доступа (исследователь / администратор).</a:t>
            </a:r>
          </a:p>
          <a:p>
            <a:pPr marL="0" marR="0" lvl="0" indent="-1270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ru-RU" sz="1700" b="1" dirty="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 Прогнозы: </a:t>
            </a:r>
            <a:r>
              <a:rPr lang="ru-RU" sz="1700" dirty="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Фиксация результата (предел прочности в МПа, категория сплава) с привязкой к пользователю, химическому составу, технологическим параметрам и ML-модели.</a:t>
            </a:r>
          </a:p>
          <a:p>
            <a:pPr marL="0" marR="0" lvl="0" indent="-1270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ru-RU" sz="1700" b="1" dirty="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Химический состав: </a:t>
            </a:r>
            <a:r>
              <a:rPr lang="ru-RU" sz="1700" dirty="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Массовые доли элементов для каждого прогноза (связь «многие ко многим»).</a:t>
            </a:r>
          </a:p>
        </p:txBody>
      </p:sp>
    </p:spTree>
    <p:extLst>
      <p:ext uri="{BB962C8B-B14F-4D97-AF65-F5344CB8AC3E}">
        <p14:creationId xmlns:p14="http://schemas.microsoft.com/office/powerpoint/2010/main" val="267779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rcRect b="21392"/>
          <a:stretch>
            <a:fillRect/>
          </a:stretch>
        </p:blipFill>
        <p:spPr>
          <a:xfrm>
            <a:off x="3546081" y="269986"/>
            <a:ext cx="7961132" cy="85236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rcRect b="21392"/>
          <a:stretch>
            <a:fillRect/>
          </a:stretch>
        </p:blipFill>
        <p:spPr>
          <a:xfrm>
            <a:off x="511935" y="6003869"/>
            <a:ext cx="11680065" cy="852365"/>
          </a:xfrm>
          <a:prstGeom prst="rect">
            <a:avLst/>
          </a:prstGeom>
        </p:spPr>
      </p:pic>
      <p:sp>
        <p:nvSpPr>
          <p:cNvPr id="6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3273792" y="173768"/>
            <a:ext cx="8918208" cy="935400"/>
          </a:xfrm>
        </p:spPr>
        <p:txBody>
          <a:bodyPr>
            <a:normAutofit/>
          </a:bodyPr>
          <a:lstStyle/>
          <a:p>
            <a:pPr algn="ctr"/>
            <a:r>
              <a:rPr lang="ru-RU" sz="25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ИНТЕРФЕЙС ПРОГРАММНОГО ОБЕСПЕЧЕНИЯ </a:t>
            </a:r>
            <a:r>
              <a:rPr lang="ru-RU" sz="20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(ИССЛЕДОВАТЕЛЬ)</a:t>
            </a:r>
          </a:p>
          <a:p>
            <a:endParaRPr lang="ru-RU" altLang="en-US" sz="2500" b="0" dirty="0">
              <a:latin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FD0330-8BEB-43C8-B4C7-661F50826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3" y="1154201"/>
            <a:ext cx="6379029" cy="39838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8AA098-A6A2-4E2C-9E97-89F94C285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652" y="941093"/>
            <a:ext cx="5642149" cy="38779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9B6407A-B29F-4E58-B8B6-10CC2E9D45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960" y="4104598"/>
            <a:ext cx="4957033" cy="26041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2597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rcRect b="21392"/>
          <a:stretch>
            <a:fillRect/>
          </a:stretch>
        </p:blipFill>
        <p:spPr>
          <a:xfrm>
            <a:off x="3546081" y="269986"/>
            <a:ext cx="7961132" cy="85236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rcRect b="21392"/>
          <a:stretch>
            <a:fillRect/>
          </a:stretch>
        </p:blipFill>
        <p:spPr>
          <a:xfrm>
            <a:off x="511935" y="5982098"/>
            <a:ext cx="11680065" cy="852365"/>
          </a:xfrm>
          <a:prstGeom prst="rect">
            <a:avLst/>
          </a:prstGeom>
        </p:spPr>
      </p:pic>
      <p:sp>
        <p:nvSpPr>
          <p:cNvPr id="6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3273792" y="173768"/>
            <a:ext cx="8918208" cy="935400"/>
          </a:xfrm>
        </p:spPr>
        <p:txBody>
          <a:bodyPr>
            <a:normAutofit/>
          </a:bodyPr>
          <a:lstStyle/>
          <a:p>
            <a:pPr algn="ctr"/>
            <a:r>
              <a:rPr lang="ru-RU" sz="25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ИНТЕРФЕЙС ПРОГРАММНОГО ОБЕСПЕЧЕНИЯ (АДМИНИСТРАТОР)</a:t>
            </a:r>
          </a:p>
          <a:p>
            <a:endParaRPr lang="ru-RU" altLang="en-US" sz="2500" b="0" dirty="0">
              <a:latin typeface="Arial" panose="020B0604020202020204" pitchFamily="34" charset="0"/>
            </a:endParaRPr>
          </a:p>
        </p:txBody>
      </p:sp>
      <p:pic>
        <p:nvPicPr>
          <p:cNvPr id="10" name="Google Shape;210;p27">
            <a:extLst>
              <a:ext uri="{FF2B5EF4-FFF2-40B4-BE49-F238E27FC236}">
                <a16:creationId xmlns:a16="http://schemas.microsoft.com/office/drawing/2014/main" id="{625CA4DA-4920-4111-8A7A-938062F7002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9120" y="1109167"/>
            <a:ext cx="7961132" cy="39503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51D8726-82F2-4562-A14A-C0C385FB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392"/>
          <a:stretch>
            <a:fillRect/>
          </a:stretch>
        </p:blipFill>
        <p:spPr>
          <a:xfrm>
            <a:off x="511935" y="5992984"/>
            <a:ext cx="11680065" cy="85236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1DBEB97-89AF-4319-846A-0556544C7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10" y="3013645"/>
            <a:ext cx="8092880" cy="38208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742797" y="64683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rcRect b="21392"/>
          <a:stretch>
            <a:fillRect/>
          </a:stretch>
        </p:blipFill>
        <p:spPr>
          <a:xfrm>
            <a:off x="3546081" y="269986"/>
            <a:ext cx="7961132" cy="85236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rcRect b="21392"/>
          <a:stretch>
            <a:fillRect/>
          </a:stretch>
        </p:blipFill>
        <p:spPr>
          <a:xfrm>
            <a:off x="511935" y="6003869"/>
            <a:ext cx="11680065" cy="852365"/>
          </a:xfrm>
          <a:prstGeom prst="rect">
            <a:avLst/>
          </a:prstGeom>
        </p:spPr>
      </p:pic>
      <p:sp>
        <p:nvSpPr>
          <p:cNvPr id="6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3273792" y="173768"/>
            <a:ext cx="8918208" cy="935400"/>
          </a:xfrm>
        </p:spPr>
        <p:txBody>
          <a:bodyPr>
            <a:normAutofit/>
          </a:bodyPr>
          <a:lstStyle/>
          <a:p>
            <a:pPr algn="ctr"/>
            <a:r>
              <a:rPr lang="ru-RU" sz="25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ИНТЕРФЕЙС ПРОГРАММНОГО ОБЕСПЕЧЕНИЯ (РЕГИСТРАЦИЯ, АВТОРИЗАЦИЯ, ОТЧЕТЫ)</a:t>
            </a:r>
          </a:p>
          <a:p>
            <a:endParaRPr lang="ru-RU" altLang="en-US" sz="2500" b="0" dirty="0">
              <a:latin typeface="Arial" panose="020B06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439761D-002E-4BAF-A59C-0DF0A0198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360" y="1109168"/>
            <a:ext cx="5455468" cy="37426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1013EDD-6E29-41D1-83A7-945C5685A42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565"/>
          <a:stretch/>
        </p:blipFill>
        <p:spPr>
          <a:xfrm>
            <a:off x="293915" y="1109168"/>
            <a:ext cx="5926478" cy="40712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1758D7A-3B9F-436D-9595-00EA215FE3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5457" y="3452881"/>
            <a:ext cx="5375254" cy="325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7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9" y="442901"/>
            <a:ext cx="4555511" cy="113139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339" y="254191"/>
            <a:ext cx="4555511" cy="1131393"/>
          </a:xfrm>
          <a:prstGeom prst="rect">
            <a:avLst/>
          </a:prstGeom>
        </p:spPr>
      </p:pic>
      <p:sp>
        <p:nvSpPr>
          <p:cNvPr id="3" name="Замещающий текст 2"/>
          <p:cNvSpPr>
            <a:spLocks noGrp="1"/>
          </p:cNvSpPr>
          <p:nvPr>
            <p:ph type="body" sz="quarter" idx="13"/>
          </p:nvPr>
        </p:nvSpPr>
        <p:spPr>
          <a:xfrm>
            <a:off x="1894108" y="373513"/>
            <a:ext cx="8554436" cy="586557"/>
          </a:xfrm>
        </p:spPr>
        <p:txBody>
          <a:bodyPr>
            <a:normAutofit/>
          </a:bodyPr>
          <a:lstStyle/>
          <a:p>
            <a:pPr algn="ctr"/>
            <a:r>
              <a:rPr lang="ru-RU" sz="2700" b="0" dirty="0">
                <a:solidFill>
                  <a:schemeClr val="tx2">
                    <a:lumMod val="25000"/>
                  </a:schemeClr>
                </a:solidFill>
                <a:latin typeface="+mj-lt"/>
                <a:cs typeface="Arial" panose="020B0604020202020204" pitchFamily="34" charset="0"/>
                <a:sym typeface="+mn-ea"/>
              </a:rPr>
              <a:t>РЕЗУЛЬТАТ РАБОТЫ ПРОГРАММЫ</a:t>
            </a:r>
            <a:endParaRPr lang="ru-RU" sz="2700" b="0" dirty="0">
              <a:solidFill>
                <a:schemeClr val="tx2">
                  <a:lumMod val="2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endParaRPr lang="ru-RU" altLang="ru-RU" sz="2700" b="0" dirty="0">
              <a:solidFill>
                <a:schemeClr val="tx2">
                  <a:lumMod val="25000"/>
                </a:schemeClr>
              </a:solidFill>
              <a:latin typeface="+mj-lt"/>
            </a:endParaRPr>
          </a:p>
          <a:p>
            <a:endParaRPr lang="ru-RU" altLang="en-US" sz="2700" b="0" dirty="0">
              <a:latin typeface="+mj-lt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14" y="6015473"/>
            <a:ext cx="12079386" cy="638264"/>
          </a:xfrm>
          <a:prstGeom prst="rect">
            <a:avLst/>
          </a:prstGeom>
        </p:spPr>
      </p:pic>
      <p:sp>
        <p:nvSpPr>
          <p:cNvPr id="21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548" y="185060"/>
            <a:ext cx="2734057" cy="7811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FA91B5-60FF-45E3-9037-AB94EDCD68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85" y="1217910"/>
            <a:ext cx="4220138" cy="20244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D34DE3B-910A-48B9-AE95-95EF45E41A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614" y="4566624"/>
            <a:ext cx="5198966" cy="8358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2ECEE53-A7E0-4882-A263-2F182288DA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4109" y="2177066"/>
            <a:ext cx="4655984" cy="2478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EABCB5D-293B-4CFE-85D4-987A5533FC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59989" y="1629631"/>
            <a:ext cx="3352729" cy="33316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D93611C-AF71-4FD6-975B-A065AB43D1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200" y="4539854"/>
            <a:ext cx="4163984" cy="21138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A880559-5D3C-480D-8E90-B5475B2CBE9E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42640"/>
          <a:stretch/>
        </p:blipFill>
        <p:spPr>
          <a:xfrm>
            <a:off x="6955387" y="1202875"/>
            <a:ext cx="5075413" cy="8510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DD3DEF42-078B-4EA8-B540-E91F9EEA3A39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" r="42133" b="10428"/>
          <a:stretch/>
        </p:blipFill>
        <p:spPr>
          <a:xfrm>
            <a:off x="8128968" y="899955"/>
            <a:ext cx="3863860" cy="4231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4" y="6015473"/>
            <a:ext cx="12079386" cy="638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079" y="341599"/>
            <a:ext cx="5059629" cy="1171739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3927058" y="412482"/>
            <a:ext cx="8065770" cy="587375"/>
          </a:xfrm>
        </p:spPr>
        <p:txBody>
          <a:bodyPr>
            <a:noAutofit/>
          </a:bodyPr>
          <a:lstStyle/>
          <a:p>
            <a:r>
              <a:rPr lang="ru-RU" sz="27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РЕЗУЛЬТАТЫ </a:t>
            </a:r>
            <a:r>
              <a:rPr lang="ru-RU" sz="2700" b="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ТЕСТИРОВАНИЯ</a:t>
            </a:r>
            <a:endParaRPr lang="ru-RU" altLang="en-US" sz="2700" b="0" dirty="0">
              <a:latin typeface="+mj-lt"/>
            </a:endParaRPr>
          </a:p>
          <a:p>
            <a:endParaRPr lang="ru-RU" sz="2700" b="0" dirty="0">
              <a:solidFill>
                <a:schemeClr val="tx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2" name="Текст 3"/>
          <p:cNvSpPr txBox="1"/>
          <p:nvPr/>
        </p:nvSpPr>
        <p:spPr>
          <a:xfrm>
            <a:off x="5997784" y="2450070"/>
            <a:ext cx="5867699" cy="38421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b="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Оценка качества </a:t>
            </a:r>
            <a:r>
              <a:rPr lang="ru-RU" sz="2400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439295"/>
              </p:ext>
            </p:extLst>
          </p:nvPr>
        </p:nvGraphicFramePr>
        <p:xfrm>
          <a:off x="6458900" y="3019028"/>
          <a:ext cx="5406583" cy="209053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4170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0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tx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400" b="1" dirty="0">
                        <a:solidFill>
                          <a:schemeClr val="tx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tx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Значение</a:t>
                      </a:r>
                      <a:endParaRPr lang="ru-RU" sz="1400" b="1" dirty="0">
                        <a:solidFill>
                          <a:schemeClr val="tx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Показатель надежности программного комплекса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0,63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Показатель сопровождения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0,78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Показатель удобства применения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0,74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Показатель эффективности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0,84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Показатель универсальности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0,78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1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Показатель корректности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0,65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22"/>
          <p:cNvSpPr txBox="1"/>
          <p:nvPr/>
        </p:nvSpPr>
        <p:spPr>
          <a:xfrm>
            <a:off x="6652079" y="5254386"/>
            <a:ext cx="602147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104330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335" algn="l" defTabSz="104330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305" algn="l" defTabSz="104330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640" algn="l" defTabSz="104330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975" algn="l" defTabSz="104330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945" algn="l" defTabSz="104330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280" algn="l" defTabSz="104330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15" algn="l" defTabSz="104330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1950" algn="l" defTabSz="104330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rtl="0" eaLnBrk="1" latinLnBrk="0" hangingPunct="1">
              <a:spcBef>
                <a:spcPts val="0"/>
              </a:spcBef>
              <a:spcAft>
                <a:spcPts val="600"/>
              </a:spcAft>
              <a:tabLst>
                <a:tab pos="228600" algn="l"/>
                <a:tab pos="228600" algn="l"/>
              </a:tabLst>
            </a:pPr>
            <a:r>
              <a:rPr lang="ru-RU" sz="1700" kern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Средний показател</a:t>
            </a:r>
            <a:r>
              <a:rPr lang="ru-RU" sz="17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ь </a:t>
            </a:r>
            <a:r>
              <a:rPr lang="ru-RU" sz="1700" kern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– 0.735.</a:t>
            </a:r>
          </a:p>
          <a:p>
            <a:pPr marL="0" algn="l" rtl="0" eaLnBrk="1" latinLnBrk="0" hangingPunct="1">
              <a:spcBef>
                <a:spcPts val="0"/>
              </a:spcBef>
              <a:spcAft>
                <a:spcPts val="600"/>
              </a:spcAft>
              <a:tabLst>
                <a:tab pos="228600" algn="l"/>
                <a:tab pos="228600" algn="l"/>
              </a:tabLst>
            </a:pPr>
            <a:r>
              <a:rPr lang="ru-RU" sz="1700" dirty="0">
                <a:solidFill>
                  <a:srgbClr val="000000"/>
                </a:solidFill>
                <a:cs typeface="Arial" panose="020B0604020202020204" pitchFamily="34" charset="0"/>
              </a:rPr>
              <a:t>Минимальный показатель – 0.63 (надежность).</a:t>
            </a:r>
          </a:p>
          <a:p>
            <a:pPr marL="0" algn="l" rtl="0" eaLnBrk="1" latinLnBrk="0" hangingPunct="1">
              <a:spcBef>
                <a:spcPts val="0"/>
              </a:spcBef>
              <a:spcAft>
                <a:spcPts val="600"/>
              </a:spcAft>
              <a:tabLst>
                <a:tab pos="228600" algn="l"/>
                <a:tab pos="228600" algn="l"/>
              </a:tabLst>
            </a:pPr>
            <a:r>
              <a:rPr lang="ru-RU" sz="1700" dirty="0">
                <a:solidFill>
                  <a:srgbClr val="000000"/>
                </a:solidFill>
                <a:cs typeface="Arial" panose="020B0604020202020204" pitchFamily="34" charset="0"/>
              </a:rPr>
              <a:t>Максимальный показатель – 0.84 (эффективность).</a:t>
            </a:r>
            <a:endParaRPr lang="ru-RU" sz="1700" dirty="0"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21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Текстовое поле 8"/>
          <p:cNvSpPr txBox="1"/>
          <p:nvPr/>
        </p:nvSpPr>
        <p:spPr>
          <a:xfrm>
            <a:off x="430855" y="1217530"/>
            <a:ext cx="4950414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altLang="en-US" sz="200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 Оценка </a:t>
            </a:r>
            <a:r>
              <a:rPr lang="ru-RU" altLang="en-US" sz="200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качества модели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1655EB9-01A6-436D-B5E4-FE5294D06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3" y="1679917"/>
            <a:ext cx="6388727" cy="20775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77A2F4A-105B-43E3-8D0C-EF5DA4030675}"/>
              </a:ext>
            </a:extLst>
          </p:cNvPr>
          <p:cNvSpPr txBox="1"/>
          <p:nvPr/>
        </p:nvSpPr>
        <p:spPr>
          <a:xfrm>
            <a:off x="70173" y="4130254"/>
            <a:ext cx="6346286" cy="195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ru-RU" sz="17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Наивысшая точность – у никелевых сплавов (MAE = 12 МПа, R² = 0,96) и алюминиевых (MAE = 16,5 МПа, R² = 0,91).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ru-RU" sz="17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Умеренная точность  – у </a:t>
            </a:r>
            <a:r>
              <a:rPr lang="ru-RU" sz="17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сталей </a:t>
            </a:r>
            <a:r>
              <a:rPr lang="ru-RU" sz="17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(MAE = 89,7 МПа), </a:t>
            </a:r>
            <a:r>
              <a:rPr lang="ru-RU" sz="17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титановых сплавов </a:t>
            </a:r>
            <a:r>
              <a:rPr lang="ru-RU" sz="17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(MAE = 38,2 МПа) и медных </a:t>
            </a:r>
            <a:r>
              <a:rPr lang="ru-RU" sz="17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сплавов (MAE </a:t>
            </a:r>
            <a:r>
              <a:rPr lang="ru-RU" sz="17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= 43,2 МПа) – ограничена малым объёмом данных </a:t>
            </a:r>
            <a:r>
              <a:rPr lang="ru-RU" sz="1700" dirty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и</a:t>
            </a:r>
            <a:r>
              <a:rPr lang="en-US" sz="1700" dirty="0" smtClean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ru-RU" sz="17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или большим разбросом составов.</a:t>
            </a:r>
            <a:endParaRPr lang="ru-RU" sz="17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4" y="6015473"/>
            <a:ext cx="12079386" cy="638264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5892" y="1221378"/>
            <a:ext cx="11665480" cy="535965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ru-RU" sz="1600" dirty="0">
                <a:cs typeface="Arial" panose="020B0604020202020204" pitchFamily="34" charset="0"/>
              </a:rPr>
              <a:t>В ходе выполнения выпускной квалификационной </a:t>
            </a:r>
            <a:r>
              <a:rPr lang="ru-RU" sz="1600" dirty="0" smtClean="0">
                <a:cs typeface="Arial" panose="020B0604020202020204" pitchFamily="34" charset="0"/>
              </a:rPr>
              <a:t>работы были:</a:t>
            </a:r>
            <a:endParaRPr lang="ru-RU" sz="1600" dirty="0">
              <a:cs typeface="Arial" panose="020B0604020202020204" pitchFamily="34" charset="0"/>
            </a:endParaRPr>
          </a:p>
          <a:p>
            <a:pPr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ru-RU" sz="1600" dirty="0">
                <a:cs typeface="Arial" panose="020B0604020202020204" pitchFamily="34" charset="0"/>
              </a:rPr>
              <a:t>П</a:t>
            </a:r>
            <a:r>
              <a:rPr lang="ru-RU" sz="1600" dirty="0" smtClean="0">
                <a:cs typeface="Arial" panose="020B0604020202020204" pitchFamily="34" charset="0"/>
              </a:rPr>
              <a:t>роведён </a:t>
            </a:r>
            <a:r>
              <a:rPr lang="ru-RU" sz="1600" dirty="0">
                <a:cs typeface="Arial" panose="020B0604020202020204" pitchFamily="34" charset="0"/>
              </a:rPr>
              <a:t>анализ предметной области, сформулированы цель и задачи работы. </a:t>
            </a:r>
            <a:r>
              <a:rPr lang="ru-RU" sz="1600" dirty="0" smtClean="0">
                <a:cs typeface="Arial" panose="020B0604020202020204" pitchFamily="34" charset="0"/>
              </a:rPr>
              <a:t>Обзор </a:t>
            </a:r>
            <a:r>
              <a:rPr lang="ru-RU" sz="1600" dirty="0">
                <a:cs typeface="Arial" panose="020B0604020202020204" pitchFamily="34" charset="0"/>
              </a:rPr>
              <a:t>и сравнительный анализ существующих программных решений для прогнозирования </a:t>
            </a:r>
            <a:r>
              <a:rPr lang="ru-RU" sz="1600" dirty="0" smtClean="0">
                <a:cs typeface="Arial" panose="020B0604020202020204" pitchFamily="34" charset="0"/>
              </a:rPr>
              <a:t>физико-механических свойств новых материалов показали, что </a:t>
            </a:r>
            <a:r>
              <a:rPr lang="ru-RU" sz="1600" dirty="0">
                <a:cs typeface="Arial" panose="020B0604020202020204" pitchFamily="34" charset="0"/>
              </a:rPr>
              <a:t>рассмотренные аналоги имеют существенные ограничения (закрытый код, стоимость, привязка к зарубежной инфраструктуре) и не в полной мере соответствуют поставленной </a:t>
            </a:r>
            <a:r>
              <a:rPr lang="ru-RU" sz="1600" dirty="0" smtClean="0">
                <a:cs typeface="Arial" panose="020B0604020202020204" pitchFamily="34" charset="0"/>
              </a:rPr>
              <a:t>задаче.</a:t>
            </a:r>
            <a:endParaRPr lang="en-US" altLang="ru-RU" sz="1600" dirty="0">
              <a:cs typeface="Arial" panose="020B0604020202020204" pitchFamily="34" charset="0"/>
            </a:endParaRPr>
          </a:p>
          <a:p>
            <a:pPr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ru-RU" sz="1600" dirty="0" smtClean="0">
                <a:cs typeface="Arial" panose="020B0604020202020204" pitchFamily="34" charset="0"/>
              </a:rPr>
              <a:t>Проведён </a:t>
            </a:r>
            <a:r>
              <a:rPr lang="ru-RU" sz="1600" dirty="0">
                <a:cs typeface="Arial" panose="020B0604020202020204" pitchFamily="34" charset="0"/>
              </a:rPr>
              <a:t>обзор и анализ существующих ML-методов прогнозирования свойств сплавов. Обоснован выбор каскадного подхода: классификация типа сплава (</a:t>
            </a:r>
            <a:r>
              <a:rPr lang="ru-RU" sz="1600" dirty="0" err="1">
                <a:cs typeface="Arial" panose="020B0604020202020204" pitchFamily="34" charset="0"/>
              </a:rPr>
              <a:t>XGBoost</a:t>
            </a:r>
            <a:r>
              <a:rPr lang="ru-RU" sz="1600" dirty="0">
                <a:cs typeface="Arial" panose="020B0604020202020204" pitchFamily="34" charset="0"/>
              </a:rPr>
              <a:t>) с последующей специализированной регрессией (</a:t>
            </a:r>
            <a:r>
              <a:rPr lang="ru-RU" sz="1600" dirty="0" err="1">
                <a:cs typeface="Arial" panose="020B0604020202020204" pitchFamily="34" charset="0"/>
              </a:rPr>
              <a:t>XGBoost</a:t>
            </a:r>
            <a:r>
              <a:rPr lang="ru-RU" sz="1600" dirty="0">
                <a:cs typeface="Arial" panose="020B0604020202020204" pitchFamily="34" charset="0"/>
              </a:rPr>
              <a:t> / </a:t>
            </a:r>
            <a:r>
              <a:rPr lang="ru-RU" sz="1600" dirty="0" err="1">
                <a:cs typeface="Arial" panose="020B0604020202020204" pitchFamily="34" charset="0"/>
              </a:rPr>
              <a:t>LightGBM</a:t>
            </a:r>
            <a:r>
              <a:rPr lang="ru-RU" sz="1600" dirty="0">
                <a:cs typeface="Arial" panose="020B0604020202020204" pitchFamily="34" charset="0"/>
              </a:rPr>
              <a:t>). </a:t>
            </a:r>
            <a:r>
              <a:rPr lang="ru-RU" sz="1600" dirty="0" smtClean="0">
                <a:cs typeface="Arial" panose="020B0604020202020204" pitchFamily="34" charset="0"/>
              </a:rPr>
              <a:t>Сформулирована </a:t>
            </a:r>
            <a:r>
              <a:rPr lang="ru-RU" sz="1600" dirty="0">
                <a:cs typeface="Arial" panose="020B0604020202020204" pitchFamily="34" charset="0"/>
              </a:rPr>
              <a:t>математическая постановка </a:t>
            </a:r>
            <a:r>
              <a:rPr lang="ru-RU" sz="1600" dirty="0" smtClean="0">
                <a:cs typeface="Arial" panose="020B0604020202020204" pitchFamily="34" charset="0"/>
              </a:rPr>
              <a:t>задачи и </a:t>
            </a:r>
            <a:r>
              <a:rPr lang="ru-RU" sz="1600" dirty="0">
                <a:cs typeface="Arial" panose="020B0604020202020204" pitchFamily="34" charset="0"/>
              </a:rPr>
              <a:t>разработано алгоритмическое обеспечение.</a:t>
            </a:r>
          </a:p>
          <a:p>
            <a:pPr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ru-RU" sz="1600" dirty="0">
                <a:cs typeface="Arial" panose="020B0604020202020204" pitchFamily="34" charset="0"/>
              </a:rPr>
              <a:t>Р</a:t>
            </a:r>
            <a:r>
              <a:rPr lang="ru-RU" sz="1600" dirty="0" smtClean="0">
                <a:cs typeface="Arial" panose="020B0604020202020204" pitchFamily="34" charset="0"/>
              </a:rPr>
              <a:t>азработано </a:t>
            </a:r>
            <a:r>
              <a:rPr lang="ru-RU" sz="1600" dirty="0">
                <a:cs typeface="Arial" panose="020B0604020202020204" pitchFamily="34" charset="0"/>
              </a:rPr>
              <a:t>программное обеспечение для прогнозирования предела прочности сплавов на основе химического состава с использованием языка Python (</a:t>
            </a:r>
            <a:r>
              <a:rPr lang="ru-RU" sz="1600" dirty="0" err="1">
                <a:cs typeface="Arial" panose="020B0604020202020204" pitchFamily="34" charset="0"/>
              </a:rPr>
              <a:t>FastAPI</a:t>
            </a:r>
            <a:r>
              <a:rPr lang="ru-RU" sz="1600" dirty="0">
                <a:cs typeface="Arial" panose="020B0604020202020204" pitchFamily="34" charset="0"/>
              </a:rPr>
              <a:t>, </a:t>
            </a:r>
            <a:r>
              <a:rPr lang="ru-RU" sz="1600" dirty="0" err="1">
                <a:cs typeface="Arial" panose="020B0604020202020204" pitchFamily="34" charset="0"/>
              </a:rPr>
              <a:t>XGBoost</a:t>
            </a:r>
            <a:r>
              <a:rPr lang="ru-RU" sz="1600" dirty="0">
                <a:cs typeface="Arial" panose="020B0604020202020204" pitchFamily="34" charset="0"/>
              </a:rPr>
              <a:t>, </a:t>
            </a:r>
            <a:r>
              <a:rPr lang="ru-RU" sz="1600" dirty="0" err="1">
                <a:cs typeface="Arial" panose="020B0604020202020204" pitchFamily="34" charset="0"/>
              </a:rPr>
              <a:t>LightGBM</a:t>
            </a:r>
            <a:r>
              <a:rPr lang="ru-RU" sz="1600" dirty="0">
                <a:cs typeface="Arial" panose="020B0604020202020204" pitchFamily="34" charset="0"/>
              </a:rPr>
              <a:t>, </a:t>
            </a:r>
            <a:r>
              <a:rPr lang="ru-RU" sz="1600" dirty="0" err="1">
                <a:cs typeface="Arial" panose="020B0604020202020204" pitchFamily="34" charset="0"/>
              </a:rPr>
              <a:t>Scikit-learn</a:t>
            </a:r>
            <a:r>
              <a:rPr lang="ru-RU" sz="1600" dirty="0">
                <a:cs typeface="Arial" panose="020B0604020202020204" pitchFamily="34" charset="0"/>
              </a:rPr>
              <a:t>), веб-интерфейса (</a:t>
            </a:r>
            <a:r>
              <a:rPr lang="ru-RU" sz="1600" dirty="0" err="1">
                <a:cs typeface="Arial" panose="020B0604020202020204" pitchFamily="34" charset="0"/>
              </a:rPr>
              <a:t>React</a:t>
            </a:r>
            <a:r>
              <a:rPr lang="ru-RU" sz="1600" dirty="0">
                <a:cs typeface="Arial" panose="020B0604020202020204" pitchFamily="34" charset="0"/>
              </a:rPr>
              <a:t>) и СУБД </a:t>
            </a:r>
            <a:r>
              <a:rPr lang="ru-RU" sz="1600" dirty="0" err="1">
                <a:cs typeface="Arial" panose="020B0604020202020204" pitchFamily="34" charset="0"/>
              </a:rPr>
              <a:t>MariaDB</a:t>
            </a:r>
            <a:r>
              <a:rPr lang="ru-RU" sz="1600" dirty="0">
                <a:cs typeface="Arial" panose="020B0604020202020204" pitchFamily="34" charset="0"/>
              </a:rPr>
              <a:t>. Реализованы аутентификация, разграничение ролей (исследователь/администратор), хранение истории прогнозов и экспорт отчётов в HTML.</a:t>
            </a:r>
          </a:p>
          <a:p>
            <a:pPr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ru-RU" sz="1600" dirty="0">
                <a:cs typeface="Arial" panose="020B0604020202020204" pitchFamily="34" charset="0"/>
              </a:rPr>
              <a:t>Были проведены вычислительные эксперименты, тестирование и оценка качества разработанного программного обеспечения, которые показали возможность его использования в практической деятельности. Наилучшие результаты </a:t>
            </a:r>
            <a:r>
              <a:rPr lang="ru-RU" sz="1600" dirty="0" smtClean="0">
                <a:cs typeface="Arial" panose="020B0604020202020204" pitchFamily="34" charset="0"/>
              </a:rPr>
              <a:t>обучения моделей достигнуты </a:t>
            </a:r>
            <a:r>
              <a:rPr lang="ru-RU" sz="1600" dirty="0">
                <a:cs typeface="Arial" panose="020B0604020202020204" pitchFamily="34" charset="0"/>
              </a:rPr>
              <a:t>для никелевых </a:t>
            </a:r>
            <a:r>
              <a:rPr lang="ru-RU" sz="1600" dirty="0" smtClean="0">
                <a:cs typeface="Arial" panose="020B0604020202020204" pitchFamily="34" charset="0"/>
              </a:rPr>
              <a:t>(</a:t>
            </a:r>
            <a:r>
              <a:rPr lang="ru-RU" sz="1600" dirty="0">
                <a:cs typeface="Arial" panose="020B0604020202020204" pitchFamily="34" charset="0"/>
              </a:rPr>
              <a:t>R² = 0,9645, MAE = 12,0 МПа) и алюминиевых </a:t>
            </a:r>
            <a:r>
              <a:rPr lang="ru-RU" sz="1600" dirty="0" smtClean="0">
                <a:cs typeface="Arial" panose="020B0604020202020204" pitchFamily="34" charset="0"/>
              </a:rPr>
              <a:t>(</a:t>
            </a:r>
            <a:r>
              <a:rPr lang="ru-RU" sz="1600" dirty="0">
                <a:cs typeface="Arial" panose="020B0604020202020204" pitchFamily="34" charset="0"/>
              </a:rPr>
              <a:t>R² = 0,9112, MAE = 16,5 МПа</a:t>
            </a:r>
            <a:r>
              <a:rPr lang="ru-RU" sz="1600" dirty="0" smtClean="0">
                <a:cs typeface="Arial" panose="020B0604020202020204" pitchFamily="34" charset="0"/>
              </a:rPr>
              <a:t>)</a:t>
            </a:r>
            <a:r>
              <a:rPr lang="ru-RU" sz="1600" dirty="0">
                <a:cs typeface="Arial" panose="020B0604020202020204" pitchFamily="34" charset="0"/>
              </a:rPr>
              <a:t> сплавов</a:t>
            </a:r>
            <a:r>
              <a:rPr lang="ru-RU" sz="1600" dirty="0" smtClean="0">
                <a:cs typeface="Arial" panose="020B0604020202020204" pitchFamily="34" charset="0"/>
              </a:rPr>
              <a:t>. Средний </a:t>
            </a:r>
            <a:r>
              <a:rPr lang="ru-RU" sz="1600" dirty="0">
                <a:cs typeface="Arial" panose="020B0604020202020204" pitchFamily="34" charset="0"/>
              </a:rPr>
              <a:t>показатель качества ПО составил 0,735.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060" y="211908"/>
            <a:ext cx="4598671" cy="1171739"/>
          </a:xfrm>
          <a:prstGeom prst="rect">
            <a:avLst/>
          </a:prstGeom>
        </p:spPr>
      </p:pic>
      <p:sp>
        <p:nvSpPr>
          <p:cNvPr id="21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endParaRPr lang="ru-RU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Текст 3"/>
          <p:cNvSpPr txBox="1"/>
          <p:nvPr/>
        </p:nvSpPr>
        <p:spPr>
          <a:xfrm>
            <a:off x="4016503" y="520543"/>
            <a:ext cx="4652936" cy="587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4" y="6139040"/>
            <a:ext cx="12079386" cy="6382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060" y="88341"/>
            <a:ext cx="4598671" cy="1171739"/>
          </a:xfrm>
          <a:prstGeom prst="rect">
            <a:avLst/>
          </a:prstGeom>
        </p:spPr>
      </p:pic>
      <p:sp>
        <p:nvSpPr>
          <p:cNvPr id="21" name="TextBox 10"/>
          <p:cNvSpPr txBox="1"/>
          <p:nvPr/>
        </p:nvSpPr>
        <p:spPr>
          <a:xfrm>
            <a:off x="11590397" y="6315933"/>
            <a:ext cx="80486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7" name="Текст 3"/>
          <p:cNvSpPr txBox="1"/>
          <p:nvPr/>
        </p:nvSpPr>
        <p:spPr>
          <a:xfrm>
            <a:off x="3119814" y="369520"/>
            <a:ext cx="7445085" cy="587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0" dirty="0" smtClean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АПРОБАЦИЯ РАБОТЫ</a:t>
            </a:r>
            <a:endParaRPr lang="ru-RU" b="0" dirty="0">
              <a:solidFill>
                <a:schemeClr val="tx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246;p31">
            <a:extLst>
              <a:ext uri="{FF2B5EF4-FFF2-40B4-BE49-F238E27FC236}">
                <a16:creationId xmlns:a16="http://schemas.microsoft.com/office/drawing/2014/main" id="{D4B8E8C9-3D2F-4FF7-92C4-A93C816502F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50593" y="941402"/>
            <a:ext cx="2729875" cy="3857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47;p31" title="AKMULLINSKII_774_page-0002.jpg">
            <a:extLst>
              <a:ext uri="{FF2B5EF4-FFF2-40B4-BE49-F238E27FC236}">
                <a16:creationId xmlns:a16="http://schemas.microsoft.com/office/drawing/2014/main" id="{51B19858-F6F0-4525-B893-70AE2D231AC9}"/>
              </a:ext>
            </a:extLst>
          </p:cNvPr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778" b="1672"/>
          <a:stretch/>
        </p:blipFill>
        <p:spPr>
          <a:xfrm>
            <a:off x="3203542" y="980556"/>
            <a:ext cx="2717757" cy="3857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48;p31" title="mYqfvyT1soD990ctk7vp6YCVbkW_ot86zF2M7qiy4gNQQz54_GOKbPd0e555NG_hKD5tN1oAvRUpSA6t1F3zienc.jpg">
            <a:extLst>
              <a:ext uri="{FF2B5EF4-FFF2-40B4-BE49-F238E27FC236}">
                <a16:creationId xmlns:a16="http://schemas.microsoft.com/office/drawing/2014/main" id="{706B18C8-1291-41C2-B23D-B45E90CB833B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614" y="1055846"/>
            <a:ext cx="2686935" cy="38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F1EB785-3547-4BAE-BBCA-893D3A9E1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036" y="990903"/>
            <a:ext cx="2686935" cy="380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4E7C03C-4561-4A38-A2CF-3CFBBFBDDDDF}"/>
              </a:ext>
            </a:extLst>
          </p:cNvPr>
          <p:cNvSpPr txBox="1"/>
          <p:nvPr/>
        </p:nvSpPr>
        <p:spPr>
          <a:xfrm>
            <a:off x="5662394" y="4911474"/>
            <a:ext cx="34849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i="0" dirty="0" smtClean="0">
                <a:effectLst/>
                <a:hlinkClick r:id="rId10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АНАЛИЗ ПАТЕНТОВ МЕТОДАМИ TEXT MINING: КЛАСТЕРИЗАЦЯ</a:t>
            </a:r>
            <a:r>
              <a:rPr lang="ru-RU" sz="1200" dirty="0" smtClean="0">
                <a:solidFill>
                  <a:srgbClr val="000000"/>
                </a:solidFill>
              </a:rPr>
              <a:t/>
            </a:r>
            <a:br>
              <a:rPr lang="ru-RU" sz="1200" dirty="0" smtClean="0">
                <a:solidFill>
                  <a:srgbClr val="000000"/>
                </a:solidFill>
              </a:rPr>
            </a:br>
            <a:r>
              <a:rPr lang="ru-RU" sz="1200" b="0" i="1" dirty="0" smtClean="0">
                <a:solidFill>
                  <a:srgbClr val="000000"/>
                </a:solidFill>
                <a:effectLst/>
              </a:rPr>
              <a:t>Ширяева О.Д.</a:t>
            </a:r>
            <a:r>
              <a:rPr lang="ru-RU" sz="1200" dirty="0" smtClean="0">
                <a:solidFill>
                  <a:srgbClr val="000000"/>
                </a:solidFill>
              </a:rPr>
              <a:t/>
            </a:r>
            <a:br>
              <a:rPr lang="ru-RU" sz="1200" dirty="0" smtClean="0">
                <a:solidFill>
                  <a:srgbClr val="000000"/>
                </a:solidFill>
              </a:rPr>
            </a:br>
            <a:r>
              <a:rPr lang="ru-RU" sz="1200" b="0" i="0" dirty="0" smtClean="0">
                <a:solidFill>
                  <a:srgbClr val="000000"/>
                </a:solidFill>
                <a:effectLst/>
              </a:rPr>
              <a:t>В книге: Современные физика, математика, цифровые и </a:t>
            </a:r>
            <a:r>
              <a:rPr lang="ru-RU" sz="1200" b="0" i="0" dirty="0" err="1" smtClean="0">
                <a:solidFill>
                  <a:srgbClr val="000000"/>
                </a:solidFill>
                <a:effectLst/>
              </a:rPr>
              <a:t>нанотехнологии</a:t>
            </a:r>
            <a:r>
              <a:rPr lang="ru-RU" sz="1200" b="0" i="0" dirty="0" smtClean="0">
                <a:solidFill>
                  <a:srgbClr val="000000"/>
                </a:solidFill>
                <a:effectLst/>
              </a:rPr>
              <a:t> в науке и образовании (ФМЦН-24). Сборник тезисов III Всероссийской молодежной школы-конференции, посвященной 70-летию со дня рождения профессора Р.М. </a:t>
            </a:r>
            <a:r>
              <a:rPr lang="ru-RU" sz="1200" b="0" i="0" dirty="0" err="1" smtClean="0">
                <a:solidFill>
                  <a:srgbClr val="000000"/>
                </a:solidFill>
                <a:effectLst/>
              </a:rPr>
              <a:t>Асадуллина</a:t>
            </a:r>
            <a:r>
              <a:rPr lang="ru-RU" sz="1200" b="0" i="0" dirty="0" smtClean="0">
                <a:solidFill>
                  <a:srgbClr val="000000"/>
                </a:solidFill>
                <a:effectLst/>
              </a:rPr>
              <a:t>. Уфа, 2024. С. 159-161.</a:t>
            </a:r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D33840-B5D0-4991-A822-094A1F45DBC7}"/>
              </a:ext>
            </a:extLst>
          </p:cNvPr>
          <p:cNvSpPr txBox="1"/>
          <p:nvPr/>
        </p:nvSpPr>
        <p:spPr>
          <a:xfrm>
            <a:off x="9350592" y="4908704"/>
            <a:ext cx="27298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hlinkClick r:id="rId11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АНАЛИЗ ПАТЕНТОВ МЕТОДАМИ МАШИННОГО ОБУЧЕНИЯ</a:t>
            </a:r>
            <a:r>
              <a:rPr lang="ru-RU" sz="1200" b="1" dirty="0"/>
              <a:t/>
            </a:r>
            <a:br>
              <a:rPr lang="ru-RU" sz="1200" b="1" dirty="0"/>
            </a:br>
            <a:r>
              <a:rPr lang="ru-RU" sz="1200" i="1" dirty="0">
                <a:solidFill>
                  <a:srgbClr val="000000"/>
                </a:solidFill>
              </a:rPr>
              <a:t>Ширяева О.Д., </a:t>
            </a:r>
            <a:r>
              <a:rPr lang="ru-RU" sz="1200" i="1" dirty="0" err="1">
                <a:solidFill>
                  <a:srgbClr val="000000"/>
                </a:solidFill>
              </a:rPr>
              <a:t>Кашапова</a:t>
            </a:r>
            <a:r>
              <a:rPr lang="ru-RU" sz="1200" i="1" dirty="0">
                <a:solidFill>
                  <a:srgbClr val="000000"/>
                </a:solidFill>
              </a:rPr>
              <a:t> Э.У.</a:t>
            </a:r>
            <a:r>
              <a:rPr lang="ru-RU" sz="1200" dirty="0">
                <a:solidFill>
                  <a:srgbClr val="000000"/>
                </a:solidFill>
              </a:rPr>
              <a:t/>
            </a:r>
            <a:br>
              <a:rPr lang="ru-RU" sz="1200" dirty="0">
                <a:solidFill>
                  <a:srgbClr val="000000"/>
                </a:solidFill>
              </a:rPr>
            </a:br>
            <a:r>
              <a:rPr lang="ru-RU" sz="1200" dirty="0">
                <a:solidFill>
                  <a:srgbClr val="000000"/>
                </a:solidFill>
              </a:rPr>
              <a:t>В сборнике: </a:t>
            </a:r>
            <a:r>
              <a:rPr lang="ru-RU" sz="1200" dirty="0" err="1">
                <a:solidFill>
                  <a:srgbClr val="000000"/>
                </a:solidFill>
              </a:rPr>
              <a:t>Мавлютовские</a:t>
            </a:r>
            <a:r>
              <a:rPr lang="ru-RU" sz="1200" dirty="0">
                <a:solidFill>
                  <a:srgbClr val="000000"/>
                </a:solidFill>
              </a:rPr>
              <a:t> чтения. Материалы XVIII Всероссийской молодёжной научной конференции. В 9-ти томах. Уфа, 2024. С. 359-364.</a:t>
            </a:r>
          </a:p>
        </p:txBody>
      </p:sp>
      <p:sp>
        <p:nvSpPr>
          <p:cNvPr id="4" name="Овал 3"/>
          <p:cNvSpPr/>
          <p:nvPr/>
        </p:nvSpPr>
        <p:spPr>
          <a:xfrm>
            <a:off x="112614" y="5239110"/>
            <a:ext cx="1985062" cy="96183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CBD40-108E-4862-9B60-F31ECB0C5229}"/>
              </a:ext>
            </a:extLst>
          </p:cNvPr>
          <p:cNvSpPr txBox="1"/>
          <p:nvPr/>
        </p:nvSpPr>
        <p:spPr>
          <a:xfrm>
            <a:off x="358260" y="5421840"/>
            <a:ext cx="1493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ru-RU" dirty="0" smtClean="0">
                <a:solidFill>
                  <a:srgbClr val="002060"/>
                </a:solidFill>
                <a:cs typeface="Arial" panose="020B0604020202020204" pitchFamily="34" charset="0"/>
              </a:rPr>
              <a:t>Публикации РНИЦ</a:t>
            </a:r>
            <a:endParaRPr lang="ru-RU" dirty="0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82537" y="4931794"/>
            <a:ext cx="33127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hlinkClick r:id="rId12">
                  <a:extLst>
                    <a:ext uri="{A12FA001-AC4F-418D-AE19-62706E023703}">
                      <ahyp:hlinkClr xmlns:lc="http://schemas.openxmlformats.org/drawingml/2006/lockedCanvas" xmlns:ahyp="http://schemas.microsoft.com/office/drawing/2018/hyperlinkcolor" xmlns="" val="tx"/>
                    </a:ext>
                  </a:extLst>
                </a:hlinkClick>
              </a:rPr>
              <a:t>АНАЛИЗ ПАТЕНТНЫХ ДАННЫХ МЕТОДАМИ МАШИННОГО ОБУЧЕНИЯ</a:t>
            </a:r>
            <a:r>
              <a:rPr lang="ru-RU" sz="1200" b="1" dirty="0"/>
              <a:t/>
            </a:r>
            <a:br>
              <a:rPr lang="ru-RU" sz="1200" b="1" dirty="0"/>
            </a:br>
            <a:r>
              <a:rPr lang="ru-RU" sz="1200" i="1" dirty="0" err="1">
                <a:solidFill>
                  <a:srgbClr val="000000"/>
                </a:solidFill>
              </a:rPr>
              <a:t>Кашапова</a:t>
            </a:r>
            <a:r>
              <a:rPr lang="ru-RU" sz="1200" i="1" dirty="0">
                <a:solidFill>
                  <a:srgbClr val="000000"/>
                </a:solidFill>
              </a:rPr>
              <a:t> Э.У., Ширяева О.Д.</a:t>
            </a:r>
            <a:r>
              <a:rPr lang="ru-RU" sz="1200" b="1" dirty="0"/>
              <a:t/>
            </a:r>
            <a:br>
              <a:rPr lang="ru-RU" sz="1200" b="1" dirty="0"/>
            </a:br>
            <a:r>
              <a:rPr lang="ru-RU" sz="1200" dirty="0">
                <a:solidFill>
                  <a:srgbClr val="000000"/>
                </a:solidFill>
              </a:rPr>
              <a:t>В сборнике: Современные физика, математика, цифровые и </a:t>
            </a:r>
            <a:r>
              <a:rPr lang="ru-RU" sz="1200" dirty="0" err="1">
                <a:solidFill>
                  <a:srgbClr val="000000"/>
                </a:solidFill>
              </a:rPr>
              <a:t>нанотехнологии</a:t>
            </a:r>
            <a:r>
              <a:rPr lang="ru-RU" sz="1200" dirty="0">
                <a:solidFill>
                  <a:srgbClr val="000000"/>
                </a:solidFill>
              </a:rPr>
              <a:t> в науке и образовании (ФМЦН-25). Сборник тезисов IV Всероссийской молодежной школы-конференции, посвященной 70-летию со дня рождения Р.Р. </a:t>
            </a:r>
            <a:r>
              <a:rPr lang="ru-RU" sz="1200" dirty="0" err="1">
                <a:solidFill>
                  <a:srgbClr val="000000"/>
                </a:solidFill>
              </a:rPr>
              <a:t>Гадыльшина</a:t>
            </a:r>
            <a:r>
              <a:rPr lang="ru-RU" sz="1200" dirty="0">
                <a:solidFill>
                  <a:srgbClr val="000000"/>
                </a:solidFill>
              </a:rPr>
              <a:t>. Уфа, 2025. С. 117-118.</a:t>
            </a:r>
          </a:p>
        </p:txBody>
      </p:sp>
    </p:spTree>
    <p:extLst>
      <p:ext uri="{BB962C8B-B14F-4D97-AF65-F5344CB8AC3E}">
        <p14:creationId xmlns:p14="http://schemas.microsoft.com/office/powerpoint/2010/main" val="279435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4" y="6015473"/>
            <a:ext cx="12079386" cy="6382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060" y="211908"/>
            <a:ext cx="4598671" cy="1171739"/>
          </a:xfrm>
          <a:prstGeom prst="rect">
            <a:avLst/>
          </a:prstGeom>
        </p:spPr>
      </p:pic>
      <p:pic>
        <p:nvPicPr>
          <p:cNvPr id="6" name="Picture 10" descr="Selected generated image">
            <a:extLst>
              <a:ext uri="{FF2B5EF4-FFF2-40B4-BE49-F238E27FC236}">
                <a16:creationId xmlns:a16="http://schemas.microsoft.com/office/drawing/2014/main" id="{E6432D6B-F1AA-AE32-4837-09C06E288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158" y="1152838"/>
            <a:ext cx="5094122" cy="4480670"/>
          </a:xfrm>
          <a:prstGeom prst="rect">
            <a:avLst/>
          </a:prstGeom>
        </p:spPr>
      </p:pic>
      <p:sp>
        <p:nvSpPr>
          <p:cNvPr id="7" name="Текст 3"/>
          <p:cNvSpPr txBox="1"/>
          <p:nvPr/>
        </p:nvSpPr>
        <p:spPr>
          <a:xfrm>
            <a:off x="2429764" y="3338215"/>
            <a:ext cx="7445085" cy="587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0" dirty="0">
                <a:solidFill>
                  <a:schemeClr val="tx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1724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4*407"/>
  <p:tag name="TABLE_ENDDRAG_RECT" val="59*125*864*407"/>
</p:tagLst>
</file>

<file path=ppt/theme/theme1.xml><?xml version="1.0" encoding="utf-8"?>
<a:theme xmlns:a="http://schemas.openxmlformats.org/drawingml/2006/main" name="УУНиТ 1">
  <a:themeElements>
    <a:clrScheme name="УУНиТ">
      <a:dk1>
        <a:srgbClr val="2A1468"/>
      </a:dk1>
      <a:lt1>
        <a:srgbClr val="FFFFFF"/>
      </a:lt1>
      <a:dk2>
        <a:srgbClr val="CBB8FF"/>
      </a:dk2>
      <a:lt2>
        <a:srgbClr val="FFFFFF"/>
      </a:lt2>
      <a:accent1>
        <a:srgbClr val="4D19CC"/>
      </a:accent1>
      <a:accent2>
        <a:srgbClr val="C1F26B"/>
      </a:accent2>
      <a:accent3>
        <a:srgbClr val="FFA039"/>
      </a:accent3>
      <a:accent4>
        <a:srgbClr val="EA591F"/>
      </a:accent4>
      <a:accent5>
        <a:srgbClr val="F9D84B"/>
      </a:accent5>
      <a:accent6>
        <a:srgbClr val="00BC7D"/>
      </a:accent6>
      <a:hlink>
        <a:srgbClr val="4D19CC"/>
      </a:hlink>
      <a:folHlink>
        <a:srgbClr val="000000"/>
      </a:folHlink>
    </a:clrScheme>
    <a:fontScheme name="Golos">
      <a:majorFont>
        <a:latin typeface="Golos Text DemiBold"/>
        <a:ea typeface=""/>
        <a:cs typeface=""/>
      </a:majorFont>
      <a:minorFont>
        <a:latin typeface="Golo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Презентация2</Template>
  <TotalTime>1253</TotalTime>
  <Words>1365</Words>
  <Application>Microsoft Office PowerPoint</Application>
  <PresentationFormat>Широкоэкранный</PresentationFormat>
  <Paragraphs>355</Paragraphs>
  <Slides>21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Calibri</vt:lpstr>
      <vt:lpstr>Cambria Math</vt:lpstr>
      <vt:lpstr>Golos Text</vt:lpstr>
      <vt:lpstr>Golos Text DemiBold</vt:lpstr>
      <vt:lpstr>Inter</vt:lpstr>
      <vt:lpstr>Times New Roman</vt:lpstr>
      <vt:lpstr>УУНиТ 1</vt:lpstr>
      <vt:lpstr>ПРОГРАММНОЕ ОБЕСПЕЧЕНИЕ ИНЖЕНЕРА-ТЕХНОЛОГА: МОДУЛЬ ПРОГНОЗИРОВАНИЯ СВОЙСТВ МАТЕРИАЛОВ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386</cp:revision>
  <cp:lastPrinted>2025-06-04T04:26:00Z</cp:lastPrinted>
  <dcterms:created xsi:type="dcterms:W3CDTF">2023-01-19T05:23:00Z</dcterms:created>
  <dcterms:modified xsi:type="dcterms:W3CDTF">2026-05-29T07:38:56Z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C4672DDBA10A49109CC4B05A483815B7_13</vt:lpwstr>
  </property>
  <property fmtid="{D5CDD505-2E9C-101B-9397-08002B2CF9AE}" pid="3" name="KSOProductBuildVer">
    <vt:lpwstr>1049-12.2.0.21546</vt:lpwstr>
  </property>
</Properties>
</file>
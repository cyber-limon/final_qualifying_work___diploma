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307" r:id="rId3"/>
    <p:sldId id="324" r:id="rId4"/>
    <p:sldId id="325" r:id="rId5"/>
    <p:sldId id="326" r:id="rId6"/>
    <p:sldId id="327" r:id="rId7"/>
    <p:sldId id="328" r:id="rId8"/>
    <p:sldId id="329" r:id="rId9"/>
    <p:sldId id="330" r:id="rId10"/>
    <p:sldId id="338" r:id="rId11"/>
    <p:sldId id="339" r:id="rId12"/>
    <p:sldId id="340" r:id="rId13"/>
    <p:sldId id="337" r:id="rId14"/>
    <p:sldId id="342" r:id="rId15"/>
    <p:sldId id="341" r:id="rId16"/>
    <p:sldId id="332" r:id="rId17"/>
    <p:sldId id="333" r:id="rId18"/>
    <p:sldId id="343" r:id="rId19"/>
    <p:sldId id="344" r:id="rId20"/>
    <p:sldId id="346" r:id="rId21"/>
    <p:sldId id="347" r:id="rId22"/>
    <p:sldId id="345" r:id="rId23"/>
    <p:sldId id="348" r:id="rId24"/>
    <p:sldId id="334" r:id="rId25"/>
    <p:sldId id="350" r:id="rId26"/>
    <p:sldId id="351" r:id="rId27"/>
    <p:sldId id="352" r:id="rId28"/>
    <p:sldId id="335" r:id="rId29"/>
    <p:sldId id="349" r:id="rId30"/>
    <p:sldId id="336" r:id="rId31"/>
    <p:sldId id="323" r:id="rId32"/>
  </p:sldIdLst>
  <p:sldSz cx="12192000" cy="6858000"/>
  <p:notesSz cx="6761163" cy="988218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131" autoAdjust="0"/>
  </p:normalViewPr>
  <p:slideViewPr>
    <p:cSldViewPr snapToGrid="0">
      <p:cViewPr>
        <p:scale>
          <a:sx n="100" d="100"/>
          <a:sy n="100" d="100"/>
        </p:scale>
        <p:origin x="9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58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58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4359DB-E3B5-42B0-BC8D-BB5F2F09E98B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5925" y="1235075"/>
            <a:ext cx="5929313" cy="33353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6117" y="4755803"/>
            <a:ext cx="5408930" cy="38911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86364"/>
            <a:ext cx="2929837" cy="495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29761" y="9386364"/>
            <a:ext cx="2929837" cy="495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53DA2D-DB5D-4448-98AB-C8ABCF716F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1226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C0DFF4-30A0-6641-A1D6-4AD7A6878D0D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068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758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B3A6D-639D-88E0-BADF-A1A96256A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53FC03C-4DDB-6EF5-B243-05B4EC9C5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D9245B1-E885-D5DD-6B3E-65FEA4742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8B9467E-DBC5-3FF6-B6AC-D4390ADD0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383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5F002-F1FE-354F-FD99-30B246D72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9CBF49B-6749-1268-B480-91CE0A0C0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53971A2-1782-FF67-99C5-F0F2FB6A5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7CB330-C8BB-B401-8DDB-8FEF76572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9070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0ACE8-7EBB-AA73-B158-C4645053C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1B0AF7D-8AE7-7CED-9763-FD9D6B214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8EA979E-4400-273D-9A7F-B2B451013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49583B-196F-C325-7329-0C49BEF1E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542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2A714-224A-CFC1-57C6-08873718C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F5F2893-9E13-52C0-C2AF-B87C2BBFB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A3A8382-6880-64F2-C977-2281C8B58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5986E1-CCA4-2D7D-86D3-E539BBDDD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1859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78245-E634-03ED-DDB0-3183E3A1A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1AE9B94-317A-B99C-369F-D1350445F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3881EA3-FAA0-4BE6-DE93-96C4EF549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ED67184-69BA-C238-2996-2BF19E1B2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8511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38028-E701-DBE5-EBF6-B521539BA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76A75F3-10AF-0E92-CE9D-3614081B4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6CE523A-D4E8-B7C0-EAB7-358545912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32030D-5A7C-C70D-63C5-B0FEBE808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736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F518C-BDB1-C7C0-B79C-E1DBF9491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4468624-E834-B0FC-D1B2-9B68B9EE4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0E1B981-B37E-DD15-969F-59F8ECB96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CC0159-9912-A117-A8E4-92A14360B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74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522DE-1550-D76F-1B31-5B38D7DA3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CDD1AD4-48C6-55D0-0A41-56F9AA3EE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52017FD-0349-ED69-AC52-6D4DD4AB7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188DFE-0D61-B357-0CC1-00291BF4BE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085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6CCBC-3889-44D1-128A-22476F72D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3D06B76-865E-97DA-58D5-FB109932A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B32462E-500D-34E4-98FC-85E6F4848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630EE5-0A11-8C0E-51D1-D0AAA7409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5070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E663C-800D-3B11-07CA-2200F2D4B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8493536-B192-9E4F-957C-0AD09147B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A987411-27A3-2F68-2D36-6F5786789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EFF9D8-2259-FF8E-F743-83410E89C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4619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F6ABA-27AE-9C81-97DC-31F59CF5A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50FA721-8EE1-BE0C-23CA-CF2D1A5C8F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87193F0-EF23-B2B7-C83B-D2680C3B8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257998-496E-6A03-02D9-5E8F501F0D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7353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8BACB-73E6-73EE-3B79-AF8E24252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3FB93EA-8658-22F8-8BAD-D61907E8C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90D6B34-448F-C992-0171-34C4777ED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DCCFE5-6C8E-96B7-3EF0-52F62B30B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22476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E3F25-9607-273A-C924-EF9A599FD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762C437-197D-EA3E-96B4-D788FD095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D0AD56F-19FC-8FB2-27AC-1F551ACAE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5DBFB06-0DFD-72F6-29E0-498F6E6FFD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7561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26BED-5767-75DD-9273-7A2E1E3B1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BB9DE83-D78E-C7F7-F1A6-84801DFE7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FFE21B7-719A-580F-20C6-3B5BEC5C0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84603B-011B-E4A0-FAF0-3BF13F9C1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7907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FF861-790F-69EA-29CA-0BC48DA22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9869C1C-11E9-8F20-B20A-C0D3B9102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0AA061B-A95E-AC29-D61E-FBEFFC3C8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F786AB-99F5-02D9-EA96-FC23B0AB0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7557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5A808-E88B-0131-72F2-16332D155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5B053DC-EDB5-F0B3-9685-AA2AD6D81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E5BD3F4-0B1D-158E-4D26-7AD14B758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88F3B-AA12-0781-07AD-A161D9FE7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63472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5A717-FFE4-008B-45AA-99815A13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6B5214D-2CAF-C79D-39C8-FD781F688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9CBC1C3-4161-2B84-55B6-70E4DAF678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CFAF20-7E5D-DB14-1C31-3C3AF85B2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66274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0E461-9D2B-1E13-C52C-937C5C7DA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6E15218-5000-9C54-23BE-757500921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A107AD3-5993-DF58-E82A-F912230B3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27AA13-DF49-974A-8768-2F783EB322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37397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07626-153B-0816-5142-C92808305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B96C23B-686A-6B43-6358-30AAFF730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E58449C-A656-70AE-8A29-83CB418FE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F472E3-A46F-55B3-ADCA-70D4998D8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3859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49DA3-D315-69F0-23BA-B65934FF2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005A96-9E7A-204E-546E-B5B931C69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C0FDB1B-77D8-9203-98D2-53AD45492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A9730D-E3C6-5A4F-4228-FA40152CAB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63283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77A49-0FAC-C6F3-3C49-CDAC9AEF7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9996334-EA1E-5E01-5249-1AF7C738E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B1241E7-63BF-7338-7C79-85AFA7375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CCEFF3-FDD8-CFEC-ED49-7AA84D92C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4643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CEE8C-5E3C-78F7-DCCA-878553A22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BB7EEBD-17E2-498F-3322-0A4EC2831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31CE673-341D-46F9-FE1A-35FE65DF7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FB234D-35B7-5662-B748-579F98C6B5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9049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71801-5729-CE4C-297D-518DF102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9A80EFD-3086-DE87-ECAB-C3EA26FDA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1A485D9-2273-257B-E009-72B66ED22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1253F4-4B87-163D-6624-58393C1DA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508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D50E2-E5CD-25C4-DE64-A7E818A26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3085715-6503-E94C-22A9-CF5EA4B46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41A7C30-D5ED-344E-8E6D-26BD10244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9EC070-9D32-3A34-E180-42BE972E0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8644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4A55D-5905-9B21-96E2-17EA08F0B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8C8D01C-AB7E-8C0B-D3BE-F8BA67C0F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F96DD2-FEC4-B59A-2D69-B2D1A88A7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A5463D-B866-5231-12FA-52CF673D2F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73576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511E5-2B41-8647-7781-3B46A0C1A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0C53698-9513-F3EA-1889-5101A06A3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43A3BA3-DFFB-0371-A90D-6C2EEE38F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3325FC-02ED-65EE-7604-B0498ADB8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8488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3ED34-3B24-241F-CE3E-4DCD8682F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542D798-6C58-7824-CCED-19A453234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9E0D7C4-FC87-320B-E317-CD219A7C8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F37915-5DFF-3E0F-3FD9-1C10CAC46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0270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61B35-CF72-DE1C-8BDE-3009DB920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8BF6109-11F5-C52C-2F6A-E65A84307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3FCA03E-1B1B-FC0E-12F0-A625D227F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60F076-F147-414D-09F6-6263F091A4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918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олилиния 14"/>
          <p:cNvSpPr/>
          <p:nvPr userDrawn="1"/>
        </p:nvSpPr>
        <p:spPr>
          <a:xfrm rot="10800000">
            <a:off x="764341" y="2162220"/>
            <a:ext cx="9773029" cy="3298738"/>
          </a:xfrm>
          <a:custGeom>
            <a:avLst/>
            <a:gdLst>
              <a:gd name="connsiteX0" fmla="*/ 0 w 897732"/>
              <a:gd name="connsiteY0" fmla="*/ 314325 h 671513"/>
              <a:gd name="connsiteX1" fmla="*/ 0 w 897732"/>
              <a:gd name="connsiteY1" fmla="*/ 607219 h 671513"/>
              <a:gd name="connsiteX2" fmla="*/ 54769 w 897732"/>
              <a:gd name="connsiteY2" fmla="*/ 671513 h 671513"/>
              <a:gd name="connsiteX3" fmla="*/ 840582 w 897732"/>
              <a:gd name="connsiteY3" fmla="*/ 671513 h 671513"/>
              <a:gd name="connsiteX4" fmla="*/ 897732 w 897732"/>
              <a:gd name="connsiteY4" fmla="*/ 614363 h 671513"/>
              <a:gd name="connsiteX5" fmla="*/ 897732 w 897732"/>
              <a:gd name="connsiteY5" fmla="*/ 52388 h 671513"/>
              <a:gd name="connsiteX6" fmla="*/ 828675 w 897732"/>
              <a:gd name="connsiteY6" fmla="*/ 0 h 671513"/>
              <a:gd name="connsiteX7" fmla="*/ 45244 w 897732"/>
              <a:gd name="connsiteY7" fmla="*/ 261938 h 671513"/>
              <a:gd name="connsiteX8" fmla="*/ 0 w 897732"/>
              <a:gd name="connsiteY8" fmla="*/ 314325 h 671513"/>
              <a:gd name="connsiteX0" fmla="*/ 0 w 902120"/>
              <a:gd name="connsiteY0" fmla="*/ 321495 h 678683"/>
              <a:gd name="connsiteX1" fmla="*/ 0 w 902120"/>
              <a:gd name="connsiteY1" fmla="*/ 614389 h 678683"/>
              <a:gd name="connsiteX2" fmla="*/ 54769 w 902120"/>
              <a:gd name="connsiteY2" fmla="*/ 678683 h 678683"/>
              <a:gd name="connsiteX3" fmla="*/ 840582 w 902120"/>
              <a:gd name="connsiteY3" fmla="*/ 678683 h 678683"/>
              <a:gd name="connsiteX4" fmla="*/ 897732 w 902120"/>
              <a:gd name="connsiteY4" fmla="*/ 621533 h 678683"/>
              <a:gd name="connsiteX5" fmla="*/ 897732 w 902120"/>
              <a:gd name="connsiteY5" fmla="*/ 59558 h 678683"/>
              <a:gd name="connsiteX6" fmla="*/ 828675 w 902120"/>
              <a:gd name="connsiteY6" fmla="*/ 7170 h 678683"/>
              <a:gd name="connsiteX7" fmla="*/ 45244 w 902120"/>
              <a:gd name="connsiteY7" fmla="*/ 269108 h 678683"/>
              <a:gd name="connsiteX8" fmla="*/ 0 w 902120"/>
              <a:gd name="connsiteY8" fmla="*/ 321495 h 678683"/>
              <a:gd name="connsiteX0" fmla="*/ 0 w 903259"/>
              <a:gd name="connsiteY0" fmla="*/ 334803 h 691991"/>
              <a:gd name="connsiteX1" fmla="*/ 0 w 903259"/>
              <a:gd name="connsiteY1" fmla="*/ 627697 h 691991"/>
              <a:gd name="connsiteX2" fmla="*/ 54769 w 903259"/>
              <a:gd name="connsiteY2" fmla="*/ 691991 h 691991"/>
              <a:gd name="connsiteX3" fmla="*/ 840582 w 903259"/>
              <a:gd name="connsiteY3" fmla="*/ 691991 h 691991"/>
              <a:gd name="connsiteX4" fmla="*/ 897732 w 903259"/>
              <a:gd name="connsiteY4" fmla="*/ 634841 h 691991"/>
              <a:gd name="connsiteX5" fmla="*/ 897732 w 903259"/>
              <a:gd name="connsiteY5" fmla="*/ 72866 h 691991"/>
              <a:gd name="connsiteX6" fmla="*/ 828675 w 903259"/>
              <a:gd name="connsiteY6" fmla="*/ 20478 h 691991"/>
              <a:gd name="connsiteX7" fmla="*/ 45244 w 903259"/>
              <a:gd name="connsiteY7" fmla="*/ 282416 h 691991"/>
              <a:gd name="connsiteX8" fmla="*/ 0 w 903259"/>
              <a:gd name="connsiteY8" fmla="*/ 334803 h 691991"/>
              <a:gd name="connsiteX0" fmla="*/ 0 w 902430"/>
              <a:gd name="connsiteY0" fmla="*/ 326084 h 683272"/>
              <a:gd name="connsiteX1" fmla="*/ 0 w 902430"/>
              <a:gd name="connsiteY1" fmla="*/ 618978 h 683272"/>
              <a:gd name="connsiteX2" fmla="*/ 54769 w 902430"/>
              <a:gd name="connsiteY2" fmla="*/ 683272 h 683272"/>
              <a:gd name="connsiteX3" fmla="*/ 840582 w 902430"/>
              <a:gd name="connsiteY3" fmla="*/ 683272 h 683272"/>
              <a:gd name="connsiteX4" fmla="*/ 897732 w 902430"/>
              <a:gd name="connsiteY4" fmla="*/ 626122 h 683272"/>
              <a:gd name="connsiteX5" fmla="*/ 897732 w 902430"/>
              <a:gd name="connsiteY5" fmla="*/ 64147 h 683272"/>
              <a:gd name="connsiteX6" fmla="*/ 828675 w 902430"/>
              <a:gd name="connsiteY6" fmla="*/ 11759 h 683272"/>
              <a:gd name="connsiteX7" fmla="*/ 45244 w 902430"/>
              <a:gd name="connsiteY7" fmla="*/ 273697 h 683272"/>
              <a:gd name="connsiteX8" fmla="*/ 0 w 902430"/>
              <a:gd name="connsiteY8" fmla="*/ 326084 h 683272"/>
              <a:gd name="connsiteX0" fmla="*/ 0 w 898864"/>
              <a:gd name="connsiteY0" fmla="*/ 327341 h 684529"/>
              <a:gd name="connsiteX1" fmla="*/ 0 w 898864"/>
              <a:gd name="connsiteY1" fmla="*/ 620235 h 684529"/>
              <a:gd name="connsiteX2" fmla="*/ 54769 w 898864"/>
              <a:gd name="connsiteY2" fmla="*/ 684529 h 684529"/>
              <a:gd name="connsiteX3" fmla="*/ 840582 w 898864"/>
              <a:gd name="connsiteY3" fmla="*/ 684529 h 684529"/>
              <a:gd name="connsiteX4" fmla="*/ 897732 w 898864"/>
              <a:gd name="connsiteY4" fmla="*/ 627379 h 684529"/>
              <a:gd name="connsiteX5" fmla="*/ 897732 w 898864"/>
              <a:gd name="connsiteY5" fmla="*/ 65404 h 684529"/>
              <a:gd name="connsiteX6" fmla="*/ 828675 w 898864"/>
              <a:gd name="connsiteY6" fmla="*/ 13016 h 684529"/>
              <a:gd name="connsiteX7" fmla="*/ 45244 w 898864"/>
              <a:gd name="connsiteY7" fmla="*/ 274954 h 684529"/>
              <a:gd name="connsiteX8" fmla="*/ 0 w 898864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1654 w 902516"/>
              <a:gd name="connsiteY0" fmla="*/ 327341 h 684529"/>
              <a:gd name="connsiteX1" fmla="*/ 1654 w 902516"/>
              <a:gd name="connsiteY1" fmla="*/ 620235 h 684529"/>
              <a:gd name="connsiteX2" fmla="*/ 56423 w 902516"/>
              <a:gd name="connsiteY2" fmla="*/ 684529 h 684529"/>
              <a:gd name="connsiteX3" fmla="*/ 842236 w 902516"/>
              <a:gd name="connsiteY3" fmla="*/ 684529 h 684529"/>
              <a:gd name="connsiteX4" fmla="*/ 899386 w 902516"/>
              <a:gd name="connsiteY4" fmla="*/ 627379 h 684529"/>
              <a:gd name="connsiteX5" fmla="*/ 899386 w 902516"/>
              <a:gd name="connsiteY5" fmla="*/ 65404 h 684529"/>
              <a:gd name="connsiteX6" fmla="*/ 830329 w 902516"/>
              <a:gd name="connsiteY6" fmla="*/ 13016 h 684529"/>
              <a:gd name="connsiteX7" fmla="*/ 46898 w 902516"/>
              <a:gd name="connsiteY7" fmla="*/ 274954 h 684529"/>
              <a:gd name="connsiteX8" fmla="*/ 1654 w 902516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501 w 901363"/>
              <a:gd name="connsiteY0" fmla="*/ 327341 h 684529"/>
              <a:gd name="connsiteX1" fmla="*/ 501 w 901363"/>
              <a:gd name="connsiteY1" fmla="*/ 620235 h 684529"/>
              <a:gd name="connsiteX2" fmla="*/ 55270 w 901363"/>
              <a:gd name="connsiteY2" fmla="*/ 684529 h 684529"/>
              <a:gd name="connsiteX3" fmla="*/ 841083 w 901363"/>
              <a:gd name="connsiteY3" fmla="*/ 684529 h 684529"/>
              <a:gd name="connsiteX4" fmla="*/ 898233 w 901363"/>
              <a:gd name="connsiteY4" fmla="*/ 627379 h 684529"/>
              <a:gd name="connsiteX5" fmla="*/ 898233 w 901363"/>
              <a:gd name="connsiteY5" fmla="*/ 65404 h 684529"/>
              <a:gd name="connsiteX6" fmla="*/ 829176 w 901363"/>
              <a:gd name="connsiteY6" fmla="*/ 13016 h 684529"/>
              <a:gd name="connsiteX7" fmla="*/ 45745 w 901363"/>
              <a:gd name="connsiteY7" fmla="*/ 274954 h 684529"/>
              <a:gd name="connsiteX8" fmla="*/ 501 w 901363"/>
              <a:gd name="connsiteY8" fmla="*/ 327341 h 684529"/>
              <a:gd name="connsiteX0" fmla="*/ 712 w 901574"/>
              <a:gd name="connsiteY0" fmla="*/ 327341 h 688517"/>
              <a:gd name="connsiteX1" fmla="*/ 712 w 901574"/>
              <a:gd name="connsiteY1" fmla="*/ 620235 h 688517"/>
              <a:gd name="connsiteX2" fmla="*/ 55481 w 901574"/>
              <a:gd name="connsiteY2" fmla="*/ 684529 h 688517"/>
              <a:gd name="connsiteX3" fmla="*/ 841294 w 901574"/>
              <a:gd name="connsiteY3" fmla="*/ 684529 h 688517"/>
              <a:gd name="connsiteX4" fmla="*/ 898444 w 901574"/>
              <a:gd name="connsiteY4" fmla="*/ 627379 h 688517"/>
              <a:gd name="connsiteX5" fmla="*/ 898444 w 901574"/>
              <a:gd name="connsiteY5" fmla="*/ 65404 h 688517"/>
              <a:gd name="connsiteX6" fmla="*/ 829387 w 901574"/>
              <a:gd name="connsiteY6" fmla="*/ 13016 h 688517"/>
              <a:gd name="connsiteX7" fmla="*/ 45956 w 901574"/>
              <a:gd name="connsiteY7" fmla="*/ 274954 h 688517"/>
              <a:gd name="connsiteX8" fmla="*/ 712 w 901574"/>
              <a:gd name="connsiteY8" fmla="*/ 327341 h 688517"/>
              <a:gd name="connsiteX0" fmla="*/ 892 w 901754"/>
              <a:gd name="connsiteY0" fmla="*/ 327341 h 684529"/>
              <a:gd name="connsiteX1" fmla="*/ 892 w 901754"/>
              <a:gd name="connsiteY1" fmla="*/ 620235 h 684529"/>
              <a:gd name="connsiteX2" fmla="*/ 55661 w 901754"/>
              <a:gd name="connsiteY2" fmla="*/ 684529 h 684529"/>
              <a:gd name="connsiteX3" fmla="*/ 841474 w 901754"/>
              <a:gd name="connsiteY3" fmla="*/ 684529 h 684529"/>
              <a:gd name="connsiteX4" fmla="*/ 898624 w 901754"/>
              <a:gd name="connsiteY4" fmla="*/ 627379 h 684529"/>
              <a:gd name="connsiteX5" fmla="*/ 898624 w 901754"/>
              <a:gd name="connsiteY5" fmla="*/ 65404 h 684529"/>
              <a:gd name="connsiteX6" fmla="*/ 829567 w 901754"/>
              <a:gd name="connsiteY6" fmla="*/ 13016 h 684529"/>
              <a:gd name="connsiteX7" fmla="*/ 46136 w 901754"/>
              <a:gd name="connsiteY7" fmla="*/ 274954 h 684529"/>
              <a:gd name="connsiteX8" fmla="*/ 892 w 901754"/>
              <a:gd name="connsiteY8" fmla="*/ 327341 h 684529"/>
              <a:gd name="connsiteX0" fmla="*/ 478 w 901340"/>
              <a:gd name="connsiteY0" fmla="*/ 327341 h 684529"/>
              <a:gd name="connsiteX1" fmla="*/ 478 w 901340"/>
              <a:gd name="connsiteY1" fmla="*/ 620235 h 684529"/>
              <a:gd name="connsiteX2" fmla="*/ 55247 w 901340"/>
              <a:gd name="connsiteY2" fmla="*/ 684529 h 684529"/>
              <a:gd name="connsiteX3" fmla="*/ 841060 w 901340"/>
              <a:gd name="connsiteY3" fmla="*/ 684529 h 684529"/>
              <a:gd name="connsiteX4" fmla="*/ 898210 w 901340"/>
              <a:gd name="connsiteY4" fmla="*/ 627379 h 684529"/>
              <a:gd name="connsiteX5" fmla="*/ 898210 w 901340"/>
              <a:gd name="connsiteY5" fmla="*/ 65404 h 684529"/>
              <a:gd name="connsiteX6" fmla="*/ 829153 w 901340"/>
              <a:gd name="connsiteY6" fmla="*/ 13016 h 684529"/>
              <a:gd name="connsiteX7" fmla="*/ 45722 w 901340"/>
              <a:gd name="connsiteY7" fmla="*/ 274954 h 684529"/>
              <a:gd name="connsiteX8" fmla="*/ 478 w 901340"/>
              <a:gd name="connsiteY8" fmla="*/ 327341 h 684529"/>
              <a:gd name="connsiteX0" fmla="*/ 268 w 901130"/>
              <a:gd name="connsiteY0" fmla="*/ 327341 h 689292"/>
              <a:gd name="connsiteX1" fmla="*/ 268 w 901130"/>
              <a:gd name="connsiteY1" fmla="*/ 620235 h 689292"/>
              <a:gd name="connsiteX2" fmla="*/ 93137 w 901130"/>
              <a:gd name="connsiteY2" fmla="*/ 689292 h 689292"/>
              <a:gd name="connsiteX3" fmla="*/ 840850 w 901130"/>
              <a:gd name="connsiteY3" fmla="*/ 684529 h 689292"/>
              <a:gd name="connsiteX4" fmla="*/ 898000 w 901130"/>
              <a:gd name="connsiteY4" fmla="*/ 627379 h 689292"/>
              <a:gd name="connsiteX5" fmla="*/ 898000 w 901130"/>
              <a:gd name="connsiteY5" fmla="*/ 65404 h 689292"/>
              <a:gd name="connsiteX6" fmla="*/ 828943 w 901130"/>
              <a:gd name="connsiteY6" fmla="*/ 13016 h 689292"/>
              <a:gd name="connsiteX7" fmla="*/ 45512 w 901130"/>
              <a:gd name="connsiteY7" fmla="*/ 274954 h 689292"/>
              <a:gd name="connsiteX8" fmla="*/ 268 w 901130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1075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7750"/>
              <a:gd name="connsiteY0" fmla="*/ 327341 h 689292"/>
              <a:gd name="connsiteX1" fmla="*/ 493 w 907750"/>
              <a:gd name="connsiteY1" fmla="*/ 620235 h 689292"/>
              <a:gd name="connsiteX2" fmla="*/ 93362 w 907750"/>
              <a:gd name="connsiteY2" fmla="*/ 689292 h 689292"/>
              <a:gd name="connsiteX3" fmla="*/ 848219 w 907750"/>
              <a:gd name="connsiteY3" fmla="*/ 684529 h 689292"/>
              <a:gd name="connsiteX4" fmla="*/ 907750 w 907750"/>
              <a:gd name="connsiteY4" fmla="*/ 627379 h 689292"/>
              <a:gd name="connsiteX5" fmla="*/ 898225 w 907750"/>
              <a:gd name="connsiteY5" fmla="*/ 65404 h 689292"/>
              <a:gd name="connsiteX6" fmla="*/ 829168 w 907750"/>
              <a:gd name="connsiteY6" fmla="*/ 13016 h 689292"/>
              <a:gd name="connsiteX7" fmla="*/ 45737 w 907750"/>
              <a:gd name="connsiteY7" fmla="*/ 274954 h 689292"/>
              <a:gd name="connsiteX8" fmla="*/ 493 w 907750"/>
              <a:gd name="connsiteY8" fmla="*/ 327341 h 689292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9294"/>
              <a:gd name="connsiteY0" fmla="*/ 328690 h 690641"/>
              <a:gd name="connsiteX1" fmla="*/ 493 w 909294"/>
              <a:gd name="connsiteY1" fmla="*/ 621584 h 690641"/>
              <a:gd name="connsiteX2" fmla="*/ 93362 w 909294"/>
              <a:gd name="connsiteY2" fmla="*/ 690641 h 690641"/>
              <a:gd name="connsiteX3" fmla="*/ 848219 w 909294"/>
              <a:gd name="connsiteY3" fmla="*/ 685878 h 690641"/>
              <a:gd name="connsiteX4" fmla="*/ 907750 w 909294"/>
              <a:gd name="connsiteY4" fmla="*/ 628728 h 690641"/>
              <a:gd name="connsiteX5" fmla="*/ 898225 w 909294"/>
              <a:gd name="connsiteY5" fmla="*/ 66753 h 690641"/>
              <a:gd name="connsiteX6" fmla="*/ 829168 w 909294"/>
              <a:gd name="connsiteY6" fmla="*/ 14365 h 690641"/>
              <a:gd name="connsiteX7" fmla="*/ 45737 w 909294"/>
              <a:gd name="connsiteY7" fmla="*/ 276303 h 690641"/>
              <a:gd name="connsiteX8" fmla="*/ 493 w 909294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578722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10346"/>
              <a:gd name="connsiteY0" fmla="*/ 328690 h 690641"/>
              <a:gd name="connsiteX1" fmla="*/ 493 w 910346"/>
              <a:gd name="connsiteY1" fmla="*/ 621584 h 690641"/>
              <a:gd name="connsiteX2" fmla="*/ 93362 w 910346"/>
              <a:gd name="connsiteY2" fmla="*/ 690641 h 690641"/>
              <a:gd name="connsiteX3" fmla="*/ 848219 w 910346"/>
              <a:gd name="connsiteY3" fmla="*/ 685878 h 690641"/>
              <a:gd name="connsiteX4" fmla="*/ 907750 w 910346"/>
              <a:gd name="connsiteY4" fmla="*/ 578722 h 690641"/>
              <a:gd name="connsiteX5" fmla="*/ 898225 w 910346"/>
              <a:gd name="connsiteY5" fmla="*/ 66753 h 690641"/>
              <a:gd name="connsiteX6" fmla="*/ 829168 w 910346"/>
              <a:gd name="connsiteY6" fmla="*/ 14365 h 690641"/>
              <a:gd name="connsiteX7" fmla="*/ 45737 w 910346"/>
              <a:gd name="connsiteY7" fmla="*/ 276303 h 690641"/>
              <a:gd name="connsiteX8" fmla="*/ 493 w 910346"/>
              <a:gd name="connsiteY8" fmla="*/ 328690 h 690641"/>
              <a:gd name="connsiteX0" fmla="*/ 493 w 908243"/>
              <a:gd name="connsiteY0" fmla="*/ 328690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28690 h 690641"/>
              <a:gd name="connsiteX0" fmla="*/ 493 w 908243"/>
              <a:gd name="connsiteY0" fmla="*/ 359647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9647 h 690641"/>
              <a:gd name="connsiteX0" fmla="*/ 493 w 908243"/>
              <a:gd name="connsiteY0" fmla="*/ 354885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4885 h 690641"/>
              <a:gd name="connsiteX0" fmla="*/ 1323 w 909073"/>
              <a:gd name="connsiteY0" fmla="*/ 354885 h 690641"/>
              <a:gd name="connsiteX1" fmla="*/ 1323 w 909073"/>
              <a:gd name="connsiteY1" fmla="*/ 621584 h 690641"/>
              <a:gd name="connsiteX2" fmla="*/ 94192 w 909073"/>
              <a:gd name="connsiteY2" fmla="*/ 690641 h 690641"/>
              <a:gd name="connsiteX3" fmla="*/ 849049 w 909073"/>
              <a:gd name="connsiteY3" fmla="*/ 685878 h 690641"/>
              <a:gd name="connsiteX4" fmla="*/ 908580 w 909073"/>
              <a:gd name="connsiteY4" fmla="*/ 578722 h 690641"/>
              <a:gd name="connsiteX5" fmla="*/ 899055 w 909073"/>
              <a:gd name="connsiteY5" fmla="*/ 66753 h 690641"/>
              <a:gd name="connsiteX6" fmla="*/ 829998 w 909073"/>
              <a:gd name="connsiteY6" fmla="*/ 14365 h 690641"/>
              <a:gd name="connsiteX7" fmla="*/ 46567 w 909073"/>
              <a:gd name="connsiteY7" fmla="*/ 276303 h 690641"/>
              <a:gd name="connsiteX8" fmla="*/ 1323 w 909073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1322 w 909072"/>
              <a:gd name="connsiteY0" fmla="*/ 385842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595390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920 w 908670"/>
              <a:gd name="connsiteY0" fmla="*/ 385842 h 690641"/>
              <a:gd name="connsiteX1" fmla="*/ 920 w 908670"/>
              <a:gd name="connsiteY1" fmla="*/ 595390 h 690641"/>
              <a:gd name="connsiteX2" fmla="*/ 93789 w 908670"/>
              <a:gd name="connsiteY2" fmla="*/ 690641 h 690641"/>
              <a:gd name="connsiteX3" fmla="*/ 848646 w 908670"/>
              <a:gd name="connsiteY3" fmla="*/ 685878 h 690641"/>
              <a:gd name="connsiteX4" fmla="*/ 908177 w 908670"/>
              <a:gd name="connsiteY4" fmla="*/ 578722 h 690641"/>
              <a:gd name="connsiteX5" fmla="*/ 898652 w 908670"/>
              <a:gd name="connsiteY5" fmla="*/ 66753 h 690641"/>
              <a:gd name="connsiteX6" fmla="*/ 829595 w 908670"/>
              <a:gd name="connsiteY6" fmla="*/ 14365 h 690641"/>
              <a:gd name="connsiteX7" fmla="*/ 46164 w 908670"/>
              <a:gd name="connsiteY7" fmla="*/ 276303 h 690641"/>
              <a:gd name="connsiteX8" fmla="*/ 920 w 908670"/>
              <a:gd name="connsiteY8" fmla="*/ 385842 h 690641"/>
              <a:gd name="connsiteX0" fmla="*/ 882 w 908632"/>
              <a:gd name="connsiteY0" fmla="*/ 385842 h 694528"/>
              <a:gd name="connsiteX1" fmla="*/ 882 w 908632"/>
              <a:gd name="connsiteY1" fmla="*/ 595390 h 694528"/>
              <a:gd name="connsiteX2" fmla="*/ 93751 w 908632"/>
              <a:gd name="connsiteY2" fmla="*/ 690641 h 694528"/>
              <a:gd name="connsiteX3" fmla="*/ 848608 w 908632"/>
              <a:gd name="connsiteY3" fmla="*/ 685878 h 694528"/>
              <a:gd name="connsiteX4" fmla="*/ 908139 w 908632"/>
              <a:gd name="connsiteY4" fmla="*/ 578722 h 694528"/>
              <a:gd name="connsiteX5" fmla="*/ 898614 w 908632"/>
              <a:gd name="connsiteY5" fmla="*/ 66753 h 694528"/>
              <a:gd name="connsiteX6" fmla="*/ 829557 w 908632"/>
              <a:gd name="connsiteY6" fmla="*/ 14365 h 694528"/>
              <a:gd name="connsiteX7" fmla="*/ 46126 w 908632"/>
              <a:gd name="connsiteY7" fmla="*/ 276303 h 694528"/>
              <a:gd name="connsiteX8" fmla="*/ 882 w 908632"/>
              <a:gd name="connsiteY8" fmla="*/ 385842 h 694528"/>
              <a:gd name="connsiteX0" fmla="*/ 882 w 908632"/>
              <a:gd name="connsiteY0" fmla="*/ 385842 h 691355"/>
              <a:gd name="connsiteX1" fmla="*/ 882 w 908632"/>
              <a:gd name="connsiteY1" fmla="*/ 595390 h 691355"/>
              <a:gd name="connsiteX2" fmla="*/ 93751 w 908632"/>
              <a:gd name="connsiteY2" fmla="*/ 690641 h 691355"/>
              <a:gd name="connsiteX3" fmla="*/ 848608 w 908632"/>
              <a:gd name="connsiteY3" fmla="*/ 685878 h 691355"/>
              <a:gd name="connsiteX4" fmla="*/ 908139 w 908632"/>
              <a:gd name="connsiteY4" fmla="*/ 578722 h 691355"/>
              <a:gd name="connsiteX5" fmla="*/ 898614 w 908632"/>
              <a:gd name="connsiteY5" fmla="*/ 66753 h 691355"/>
              <a:gd name="connsiteX6" fmla="*/ 829557 w 908632"/>
              <a:gd name="connsiteY6" fmla="*/ 14365 h 691355"/>
              <a:gd name="connsiteX7" fmla="*/ 46126 w 908632"/>
              <a:gd name="connsiteY7" fmla="*/ 276303 h 691355"/>
              <a:gd name="connsiteX8" fmla="*/ 882 w 908632"/>
              <a:gd name="connsiteY8" fmla="*/ 385842 h 691355"/>
              <a:gd name="connsiteX0" fmla="*/ 882 w 908632"/>
              <a:gd name="connsiteY0" fmla="*/ 385842 h 690641"/>
              <a:gd name="connsiteX1" fmla="*/ 882 w 908632"/>
              <a:gd name="connsiteY1" fmla="*/ 595390 h 690641"/>
              <a:gd name="connsiteX2" fmla="*/ 93751 w 908632"/>
              <a:gd name="connsiteY2" fmla="*/ 690641 h 690641"/>
              <a:gd name="connsiteX3" fmla="*/ 848608 w 908632"/>
              <a:gd name="connsiteY3" fmla="*/ 685878 h 690641"/>
              <a:gd name="connsiteX4" fmla="*/ 908139 w 908632"/>
              <a:gd name="connsiteY4" fmla="*/ 578722 h 690641"/>
              <a:gd name="connsiteX5" fmla="*/ 898614 w 908632"/>
              <a:gd name="connsiteY5" fmla="*/ 66753 h 690641"/>
              <a:gd name="connsiteX6" fmla="*/ 829557 w 908632"/>
              <a:gd name="connsiteY6" fmla="*/ 14365 h 690641"/>
              <a:gd name="connsiteX7" fmla="*/ 46126 w 908632"/>
              <a:gd name="connsiteY7" fmla="*/ 276303 h 690641"/>
              <a:gd name="connsiteX8" fmla="*/ 882 w 908632"/>
              <a:gd name="connsiteY8" fmla="*/ 385842 h 690641"/>
              <a:gd name="connsiteX0" fmla="*/ 655 w 908405"/>
              <a:gd name="connsiteY0" fmla="*/ 385842 h 690641"/>
              <a:gd name="connsiteX1" fmla="*/ 655 w 908405"/>
              <a:gd name="connsiteY1" fmla="*/ 595390 h 690641"/>
              <a:gd name="connsiteX2" fmla="*/ 112574 w 908405"/>
              <a:gd name="connsiteY2" fmla="*/ 690641 h 690641"/>
              <a:gd name="connsiteX3" fmla="*/ 848381 w 908405"/>
              <a:gd name="connsiteY3" fmla="*/ 685878 h 690641"/>
              <a:gd name="connsiteX4" fmla="*/ 907912 w 908405"/>
              <a:gd name="connsiteY4" fmla="*/ 578722 h 690641"/>
              <a:gd name="connsiteX5" fmla="*/ 898387 w 908405"/>
              <a:gd name="connsiteY5" fmla="*/ 66753 h 690641"/>
              <a:gd name="connsiteX6" fmla="*/ 829330 w 908405"/>
              <a:gd name="connsiteY6" fmla="*/ 14365 h 690641"/>
              <a:gd name="connsiteX7" fmla="*/ 45899 w 908405"/>
              <a:gd name="connsiteY7" fmla="*/ 276303 h 690641"/>
              <a:gd name="connsiteX8" fmla="*/ 655 w 908405"/>
              <a:gd name="connsiteY8" fmla="*/ 385842 h 690641"/>
              <a:gd name="connsiteX0" fmla="*/ 807 w 908557"/>
              <a:gd name="connsiteY0" fmla="*/ 385842 h 692203"/>
              <a:gd name="connsiteX1" fmla="*/ 807 w 908557"/>
              <a:gd name="connsiteY1" fmla="*/ 595390 h 692203"/>
              <a:gd name="connsiteX2" fmla="*/ 112726 w 908557"/>
              <a:gd name="connsiteY2" fmla="*/ 690641 h 692203"/>
              <a:gd name="connsiteX3" fmla="*/ 848533 w 908557"/>
              <a:gd name="connsiteY3" fmla="*/ 685878 h 692203"/>
              <a:gd name="connsiteX4" fmla="*/ 908064 w 908557"/>
              <a:gd name="connsiteY4" fmla="*/ 578722 h 692203"/>
              <a:gd name="connsiteX5" fmla="*/ 898539 w 908557"/>
              <a:gd name="connsiteY5" fmla="*/ 66753 h 692203"/>
              <a:gd name="connsiteX6" fmla="*/ 829482 w 908557"/>
              <a:gd name="connsiteY6" fmla="*/ 14365 h 692203"/>
              <a:gd name="connsiteX7" fmla="*/ 46051 w 908557"/>
              <a:gd name="connsiteY7" fmla="*/ 276303 h 692203"/>
              <a:gd name="connsiteX8" fmla="*/ 807 w 908557"/>
              <a:gd name="connsiteY8" fmla="*/ 385842 h 692203"/>
              <a:gd name="connsiteX0" fmla="*/ 699 w 908449"/>
              <a:gd name="connsiteY0" fmla="*/ 385842 h 692203"/>
              <a:gd name="connsiteX1" fmla="*/ 699 w 908449"/>
              <a:gd name="connsiteY1" fmla="*/ 595390 h 692203"/>
              <a:gd name="connsiteX2" fmla="*/ 112618 w 908449"/>
              <a:gd name="connsiteY2" fmla="*/ 690641 h 692203"/>
              <a:gd name="connsiteX3" fmla="*/ 848425 w 908449"/>
              <a:gd name="connsiteY3" fmla="*/ 685878 h 692203"/>
              <a:gd name="connsiteX4" fmla="*/ 907956 w 908449"/>
              <a:gd name="connsiteY4" fmla="*/ 578722 h 692203"/>
              <a:gd name="connsiteX5" fmla="*/ 898431 w 908449"/>
              <a:gd name="connsiteY5" fmla="*/ 66753 h 692203"/>
              <a:gd name="connsiteX6" fmla="*/ 829374 w 908449"/>
              <a:gd name="connsiteY6" fmla="*/ 14365 h 692203"/>
              <a:gd name="connsiteX7" fmla="*/ 45943 w 908449"/>
              <a:gd name="connsiteY7" fmla="*/ 276303 h 692203"/>
              <a:gd name="connsiteX8" fmla="*/ 699 w 908449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0534"/>
              <a:gd name="connsiteY0" fmla="*/ 386399 h 692760"/>
              <a:gd name="connsiteX1" fmla="*/ 699 w 910534"/>
              <a:gd name="connsiteY1" fmla="*/ 595947 h 692760"/>
              <a:gd name="connsiteX2" fmla="*/ 112618 w 910534"/>
              <a:gd name="connsiteY2" fmla="*/ 691198 h 692760"/>
              <a:gd name="connsiteX3" fmla="*/ 848425 w 910534"/>
              <a:gd name="connsiteY3" fmla="*/ 686435 h 692760"/>
              <a:gd name="connsiteX4" fmla="*/ 907956 w 910534"/>
              <a:gd name="connsiteY4" fmla="*/ 579279 h 692760"/>
              <a:gd name="connsiteX5" fmla="*/ 910534 w 910534"/>
              <a:gd name="connsiteY5" fmla="*/ 67310 h 692760"/>
              <a:gd name="connsiteX6" fmla="*/ 829374 w 910534"/>
              <a:gd name="connsiteY6" fmla="*/ 14922 h 692760"/>
              <a:gd name="connsiteX7" fmla="*/ 45943 w 910534"/>
              <a:gd name="connsiteY7" fmla="*/ 276860 h 692760"/>
              <a:gd name="connsiteX8" fmla="*/ 699 w 910534"/>
              <a:gd name="connsiteY8" fmla="*/ 386399 h 692760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264 w 910099"/>
              <a:gd name="connsiteY0" fmla="*/ 384791 h 691326"/>
              <a:gd name="connsiteX1" fmla="*/ 264 w 910099"/>
              <a:gd name="connsiteY1" fmla="*/ 594339 h 691326"/>
              <a:gd name="connsiteX2" fmla="*/ 112183 w 910099"/>
              <a:gd name="connsiteY2" fmla="*/ 689590 h 691326"/>
              <a:gd name="connsiteX3" fmla="*/ 847990 w 910099"/>
              <a:gd name="connsiteY3" fmla="*/ 684827 h 691326"/>
              <a:gd name="connsiteX4" fmla="*/ 907521 w 910099"/>
              <a:gd name="connsiteY4" fmla="*/ 577671 h 691326"/>
              <a:gd name="connsiteX5" fmla="*/ 910099 w 910099"/>
              <a:gd name="connsiteY5" fmla="*/ 65702 h 691326"/>
              <a:gd name="connsiteX6" fmla="*/ 828939 w 910099"/>
              <a:gd name="connsiteY6" fmla="*/ 13314 h 691326"/>
              <a:gd name="connsiteX7" fmla="*/ 45508 w 910099"/>
              <a:gd name="connsiteY7" fmla="*/ 275252 h 691326"/>
              <a:gd name="connsiteX8" fmla="*/ 264 w 910099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365 w 910200"/>
              <a:gd name="connsiteY0" fmla="*/ 384791 h 691326"/>
              <a:gd name="connsiteX1" fmla="*/ 365 w 910200"/>
              <a:gd name="connsiteY1" fmla="*/ 594339 h 691326"/>
              <a:gd name="connsiteX2" fmla="*/ 112284 w 910200"/>
              <a:gd name="connsiteY2" fmla="*/ 689590 h 691326"/>
              <a:gd name="connsiteX3" fmla="*/ 848091 w 910200"/>
              <a:gd name="connsiteY3" fmla="*/ 684827 h 691326"/>
              <a:gd name="connsiteX4" fmla="*/ 907622 w 910200"/>
              <a:gd name="connsiteY4" fmla="*/ 577671 h 691326"/>
              <a:gd name="connsiteX5" fmla="*/ 910200 w 910200"/>
              <a:gd name="connsiteY5" fmla="*/ 65702 h 691326"/>
              <a:gd name="connsiteX6" fmla="*/ 829040 w 910200"/>
              <a:gd name="connsiteY6" fmla="*/ 13314 h 691326"/>
              <a:gd name="connsiteX7" fmla="*/ 45609 w 910200"/>
              <a:gd name="connsiteY7" fmla="*/ 275252 h 691326"/>
              <a:gd name="connsiteX8" fmla="*/ 365 w 910200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88231"/>
              <a:gd name="connsiteX1" fmla="*/ 0 w 909835"/>
              <a:gd name="connsiteY1" fmla="*/ 594339 h 688231"/>
              <a:gd name="connsiteX2" fmla="*/ 61184 w 909835"/>
              <a:gd name="connsiteY2" fmla="*/ 685911 h 688231"/>
              <a:gd name="connsiteX3" fmla="*/ 847726 w 909835"/>
              <a:gd name="connsiteY3" fmla="*/ 684827 h 688231"/>
              <a:gd name="connsiteX4" fmla="*/ 907257 w 909835"/>
              <a:gd name="connsiteY4" fmla="*/ 577671 h 688231"/>
              <a:gd name="connsiteX5" fmla="*/ 909835 w 909835"/>
              <a:gd name="connsiteY5" fmla="*/ 65702 h 688231"/>
              <a:gd name="connsiteX6" fmla="*/ 828675 w 909835"/>
              <a:gd name="connsiteY6" fmla="*/ 13314 h 688231"/>
              <a:gd name="connsiteX7" fmla="*/ 45244 w 909835"/>
              <a:gd name="connsiteY7" fmla="*/ 275252 h 688231"/>
              <a:gd name="connsiteX8" fmla="*/ 0 w 909835"/>
              <a:gd name="connsiteY8" fmla="*/ 384791 h 688231"/>
              <a:gd name="connsiteX0" fmla="*/ 0 w 909835"/>
              <a:gd name="connsiteY0" fmla="*/ 384791 h 685911"/>
              <a:gd name="connsiteX1" fmla="*/ 0 w 909835"/>
              <a:gd name="connsiteY1" fmla="*/ 594339 h 685911"/>
              <a:gd name="connsiteX2" fmla="*/ 61184 w 909835"/>
              <a:gd name="connsiteY2" fmla="*/ 685911 h 685911"/>
              <a:gd name="connsiteX3" fmla="*/ 847726 w 909835"/>
              <a:gd name="connsiteY3" fmla="*/ 684827 h 685911"/>
              <a:gd name="connsiteX4" fmla="*/ 907257 w 909835"/>
              <a:gd name="connsiteY4" fmla="*/ 577671 h 685911"/>
              <a:gd name="connsiteX5" fmla="*/ 909835 w 909835"/>
              <a:gd name="connsiteY5" fmla="*/ 65702 h 685911"/>
              <a:gd name="connsiteX6" fmla="*/ 828675 w 909835"/>
              <a:gd name="connsiteY6" fmla="*/ 13314 h 685911"/>
              <a:gd name="connsiteX7" fmla="*/ 45244 w 909835"/>
              <a:gd name="connsiteY7" fmla="*/ 275252 h 685911"/>
              <a:gd name="connsiteX8" fmla="*/ 0 w 909835"/>
              <a:gd name="connsiteY8" fmla="*/ 384791 h 685911"/>
              <a:gd name="connsiteX0" fmla="*/ 1990 w 911825"/>
              <a:gd name="connsiteY0" fmla="*/ 384791 h 685911"/>
              <a:gd name="connsiteX1" fmla="*/ 1990 w 911825"/>
              <a:gd name="connsiteY1" fmla="*/ 594339 h 685911"/>
              <a:gd name="connsiteX2" fmla="*/ 63174 w 911825"/>
              <a:gd name="connsiteY2" fmla="*/ 685911 h 685911"/>
              <a:gd name="connsiteX3" fmla="*/ 849716 w 911825"/>
              <a:gd name="connsiteY3" fmla="*/ 684827 h 685911"/>
              <a:gd name="connsiteX4" fmla="*/ 909247 w 911825"/>
              <a:gd name="connsiteY4" fmla="*/ 577671 h 685911"/>
              <a:gd name="connsiteX5" fmla="*/ 911825 w 911825"/>
              <a:gd name="connsiteY5" fmla="*/ 65702 h 685911"/>
              <a:gd name="connsiteX6" fmla="*/ 830665 w 911825"/>
              <a:gd name="connsiteY6" fmla="*/ 13314 h 685911"/>
              <a:gd name="connsiteX7" fmla="*/ 35396 w 911825"/>
              <a:gd name="connsiteY7" fmla="*/ 282118 h 685911"/>
              <a:gd name="connsiteX8" fmla="*/ 1990 w 911825"/>
              <a:gd name="connsiteY8" fmla="*/ 384791 h 685911"/>
              <a:gd name="connsiteX0" fmla="*/ 0 w 909835"/>
              <a:gd name="connsiteY0" fmla="*/ 384791 h 685911"/>
              <a:gd name="connsiteX1" fmla="*/ 0 w 909835"/>
              <a:gd name="connsiteY1" fmla="*/ 594339 h 685911"/>
              <a:gd name="connsiteX2" fmla="*/ 61184 w 909835"/>
              <a:gd name="connsiteY2" fmla="*/ 685911 h 685911"/>
              <a:gd name="connsiteX3" fmla="*/ 847726 w 909835"/>
              <a:gd name="connsiteY3" fmla="*/ 684827 h 685911"/>
              <a:gd name="connsiteX4" fmla="*/ 907257 w 909835"/>
              <a:gd name="connsiteY4" fmla="*/ 577671 h 685911"/>
              <a:gd name="connsiteX5" fmla="*/ 909835 w 909835"/>
              <a:gd name="connsiteY5" fmla="*/ 65702 h 685911"/>
              <a:gd name="connsiteX6" fmla="*/ 828675 w 909835"/>
              <a:gd name="connsiteY6" fmla="*/ 13314 h 685911"/>
              <a:gd name="connsiteX7" fmla="*/ 33406 w 909835"/>
              <a:gd name="connsiteY7" fmla="*/ 282118 h 685911"/>
              <a:gd name="connsiteX8" fmla="*/ 0 w 909835"/>
              <a:gd name="connsiteY8" fmla="*/ 384791 h 685911"/>
              <a:gd name="connsiteX0" fmla="*/ 0 w 909835"/>
              <a:gd name="connsiteY0" fmla="*/ 388112 h 689232"/>
              <a:gd name="connsiteX1" fmla="*/ 0 w 909835"/>
              <a:gd name="connsiteY1" fmla="*/ 597660 h 689232"/>
              <a:gd name="connsiteX2" fmla="*/ 61184 w 909835"/>
              <a:gd name="connsiteY2" fmla="*/ 689232 h 689232"/>
              <a:gd name="connsiteX3" fmla="*/ 847726 w 909835"/>
              <a:gd name="connsiteY3" fmla="*/ 688148 h 689232"/>
              <a:gd name="connsiteX4" fmla="*/ 907257 w 909835"/>
              <a:gd name="connsiteY4" fmla="*/ 580992 h 689232"/>
              <a:gd name="connsiteX5" fmla="*/ 909835 w 909835"/>
              <a:gd name="connsiteY5" fmla="*/ 69023 h 689232"/>
              <a:gd name="connsiteX6" fmla="*/ 851612 w 909835"/>
              <a:gd name="connsiteY6" fmla="*/ 11485 h 689232"/>
              <a:gd name="connsiteX7" fmla="*/ 33406 w 909835"/>
              <a:gd name="connsiteY7" fmla="*/ 285439 h 689232"/>
              <a:gd name="connsiteX8" fmla="*/ 0 w 909835"/>
              <a:gd name="connsiteY8" fmla="*/ 388112 h 689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9835" h="689232">
                <a:moveTo>
                  <a:pt x="0" y="388112"/>
                </a:moveTo>
                <a:lnTo>
                  <a:pt x="0" y="597660"/>
                </a:lnTo>
                <a:cubicBezTo>
                  <a:pt x="314" y="708613"/>
                  <a:pt x="1707" y="683031"/>
                  <a:pt x="61184" y="689232"/>
                </a:cubicBezTo>
                <a:lnTo>
                  <a:pt x="847726" y="688148"/>
                </a:lnTo>
                <a:cubicBezTo>
                  <a:pt x="914024" y="696683"/>
                  <a:pt x="907077" y="646519"/>
                  <a:pt x="907257" y="580992"/>
                </a:cubicBezTo>
                <a:cubicBezTo>
                  <a:pt x="908116" y="410336"/>
                  <a:pt x="908976" y="239679"/>
                  <a:pt x="909835" y="69023"/>
                </a:cubicBezTo>
                <a:cubicBezTo>
                  <a:pt x="909889" y="-19382"/>
                  <a:pt x="896982" y="-2998"/>
                  <a:pt x="851612" y="11485"/>
                </a:cubicBezTo>
                <a:lnTo>
                  <a:pt x="33406" y="285439"/>
                </a:lnTo>
                <a:cubicBezTo>
                  <a:pt x="-5008" y="299234"/>
                  <a:pt x="701" y="316090"/>
                  <a:pt x="0" y="388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олилиния 15"/>
          <p:cNvSpPr/>
          <p:nvPr userDrawn="1"/>
        </p:nvSpPr>
        <p:spPr>
          <a:xfrm>
            <a:off x="4730750" y="1217017"/>
            <a:ext cx="6781800" cy="2192335"/>
          </a:xfrm>
          <a:custGeom>
            <a:avLst/>
            <a:gdLst>
              <a:gd name="connsiteX0" fmla="*/ 0 w 897732"/>
              <a:gd name="connsiteY0" fmla="*/ 314325 h 671513"/>
              <a:gd name="connsiteX1" fmla="*/ 0 w 897732"/>
              <a:gd name="connsiteY1" fmla="*/ 607219 h 671513"/>
              <a:gd name="connsiteX2" fmla="*/ 54769 w 897732"/>
              <a:gd name="connsiteY2" fmla="*/ 671513 h 671513"/>
              <a:gd name="connsiteX3" fmla="*/ 840582 w 897732"/>
              <a:gd name="connsiteY3" fmla="*/ 671513 h 671513"/>
              <a:gd name="connsiteX4" fmla="*/ 897732 w 897732"/>
              <a:gd name="connsiteY4" fmla="*/ 614363 h 671513"/>
              <a:gd name="connsiteX5" fmla="*/ 897732 w 897732"/>
              <a:gd name="connsiteY5" fmla="*/ 52388 h 671513"/>
              <a:gd name="connsiteX6" fmla="*/ 828675 w 897732"/>
              <a:gd name="connsiteY6" fmla="*/ 0 h 671513"/>
              <a:gd name="connsiteX7" fmla="*/ 45244 w 897732"/>
              <a:gd name="connsiteY7" fmla="*/ 261938 h 671513"/>
              <a:gd name="connsiteX8" fmla="*/ 0 w 897732"/>
              <a:gd name="connsiteY8" fmla="*/ 314325 h 671513"/>
              <a:gd name="connsiteX0" fmla="*/ 0 w 902120"/>
              <a:gd name="connsiteY0" fmla="*/ 321495 h 678683"/>
              <a:gd name="connsiteX1" fmla="*/ 0 w 902120"/>
              <a:gd name="connsiteY1" fmla="*/ 614389 h 678683"/>
              <a:gd name="connsiteX2" fmla="*/ 54769 w 902120"/>
              <a:gd name="connsiteY2" fmla="*/ 678683 h 678683"/>
              <a:gd name="connsiteX3" fmla="*/ 840582 w 902120"/>
              <a:gd name="connsiteY3" fmla="*/ 678683 h 678683"/>
              <a:gd name="connsiteX4" fmla="*/ 897732 w 902120"/>
              <a:gd name="connsiteY4" fmla="*/ 621533 h 678683"/>
              <a:gd name="connsiteX5" fmla="*/ 897732 w 902120"/>
              <a:gd name="connsiteY5" fmla="*/ 59558 h 678683"/>
              <a:gd name="connsiteX6" fmla="*/ 828675 w 902120"/>
              <a:gd name="connsiteY6" fmla="*/ 7170 h 678683"/>
              <a:gd name="connsiteX7" fmla="*/ 45244 w 902120"/>
              <a:gd name="connsiteY7" fmla="*/ 269108 h 678683"/>
              <a:gd name="connsiteX8" fmla="*/ 0 w 902120"/>
              <a:gd name="connsiteY8" fmla="*/ 321495 h 678683"/>
              <a:gd name="connsiteX0" fmla="*/ 0 w 903259"/>
              <a:gd name="connsiteY0" fmla="*/ 334803 h 691991"/>
              <a:gd name="connsiteX1" fmla="*/ 0 w 903259"/>
              <a:gd name="connsiteY1" fmla="*/ 627697 h 691991"/>
              <a:gd name="connsiteX2" fmla="*/ 54769 w 903259"/>
              <a:gd name="connsiteY2" fmla="*/ 691991 h 691991"/>
              <a:gd name="connsiteX3" fmla="*/ 840582 w 903259"/>
              <a:gd name="connsiteY3" fmla="*/ 691991 h 691991"/>
              <a:gd name="connsiteX4" fmla="*/ 897732 w 903259"/>
              <a:gd name="connsiteY4" fmla="*/ 634841 h 691991"/>
              <a:gd name="connsiteX5" fmla="*/ 897732 w 903259"/>
              <a:gd name="connsiteY5" fmla="*/ 72866 h 691991"/>
              <a:gd name="connsiteX6" fmla="*/ 828675 w 903259"/>
              <a:gd name="connsiteY6" fmla="*/ 20478 h 691991"/>
              <a:gd name="connsiteX7" fmla="*/ 45244 w 903259"/>
              <a:gd name="connsiteY7" fmla="*/ 282416 h 691991"/>
              <a:gd name="connsiteX8" fmla="*/ 0 w 903259"/>
              <a:gd name="connsiteY8" fmla="*/ 334803 h 691991"/>
              <a:gd name="connsiteX0" fmla="*/ 0 w 902430"/>
              <a:gd name="connsiteY0" fmla="*/ 326084 h 683272"/>
              <a:gd name="connsiteX1" fmla="*/ 0 w 902430"/>
              <a:gd name="connsiteY1" fmla="*/ 618978 h 683272"/>
              <a:gd name="connsiteX2" fmla="*/ 54769 w 902430"/>
              <a:gd name="connsiteY2" fmla="*/ 683272 h 683272"/>
              <a:gd name="connsiteX3" fmla="*/ 840582 w 902430"/>
              <a:gd name="connsiteY3" fmla="*/ 683272 h 683272"/>
              <a:gd name="connsiteX4" fmla="*/ 897732 w 902430"/>
              <a:gd name="connsiteY4" fmla="*/ 626122 h 683272"/>
              <a:gd name="connsiteX5" fmla="*/ 897732 w 902430"/>
              <a:gd name="connsiteY5" fmla="*/ 64147 h 683272"/>
              <a:gd name="connsiteX6" fmla="*/ 828675 w 902430"/>
              <a:gd name="connsiteY6" fmla="*/ 11759 h 683272"/>
              <a:gd name="connsiteX7" fmla="*/ 45244 w 902430"/>
              <a:gd name="connsiteY7" fmla="*/ 273697 h 683272"/>
              <a:gd name="connsiteX8" fmla="*/ 0 w 902430"/>
              <a:gd name="connsiteY8" fmla="*/ 326084 h 683272"/>
              <a:gd name="connsiteX0" fmla="*/ 0 w 898864"/>
              <a:gd name="connsiteY0" fmla="*/ 327341 h 684529"/>
              <a:gd name="connsiteX1" fmla="*/ 0 w 898864"/>
              <a:gd name="connsiteY1" fmla="*/ 620235 h 684529"/>
              <a:gd name="connsiteX2" fmla="*/ 54769 w 898864"/>
              <a:gd name="connsiteY2" fmla="*/ 684529 h 684529"/>
              <a:gd name="connsiteX3" fmla="*/ 840582 w 898864"/>
              <a:gd name="connsiteY3" fmla="*/ 684529 h 684529"/>
              <a:gd name="connsiteX4" fmla="*/ 897732 w 898864"/>
              <a:gd name="connsiteY4" fmla="*/ 627379 h 684529"/>
              <a:gd name="connsiteX5" fmla="*/ 897732 w 898864"/>
              <a:gd name="connsiteY5" fmla="*/ 65404 h 684529"/>
              <a:gd name="connsiteX6" fmla="*/ 828675 w 898864"/>
              <a:gd name="connsiteY6" fmla="*/ 13016 h 684529"/>
              <a:gd name="connsiteX7" fmla="*/ 45244 w 898864"/>
              <a:gd name="connsiteY7" fmla="*/ 274954 h 684529"/>
              <a:gd name="connsiteX8" fmla="*/ 0 w 898864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1654 w 902516"/>
              <a:gd name="connsiteY0" fmla="*/ 327341 h 684529"/>
              <a:gd name="connsiteX1" fmla="*/ 1654 w 902516"/>
              <a:gd name="connsiteY1" fmla="*/ 620235 h 684529"/>
              <a:gd name="connsiteX2" fmla="*/ 56423 w 902516"/>
              <a:gd name="connsiteY2" fmla="*/ 684529 h 684529"/>
              <a:gd name="connsiteX3" fmla="*/ 842236 w 902516"/>
              <a:gd name="connsiteY3" fmla="*/ 684529 h 684529"/>
              <a:gd name="connsiteX4" fmla="*/ 899386 w 902516"/>
              <a:gd name="connsiteY4" fmla="*/ 627379 h 684529"/>
              <a:gd name="connsiteX5" fmla="*/ 899386 w 902516"/>
              <a:gd name="connsiteY5" fmla="*/ 65404 h 684529"/>
              <a:gd name="connsiteX6" fmla="*/ 830329 w 902516"/>
              <a:gd name="connsiteY6" fmla="*/ 13016 h 684529"/>
              <a:gd name="connsiteX7" fmla="*/ 46898 w 902516"/>
              <a:gd name="connsiteY7" fmla="*/ 274954 h 684529"/>
              <a:gd name="connsiteX8" fmla="*/ 1654 w 902516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501 w 901363"/>
              <a:gd name="connsiteY0" fmla="*/ 327341 h 684529"/>
              <a:gd name="connsiteX1" fmla="*/ 501 w 901363"/>
              <a:gd name="connsiteY1" fmla="*/ 620235 h 684529"/>
              <a:gd name="connsiteX2" fmla="*/ 55270 w 901363"/>
              <a:gd name="connsiteY2" fmla="*/ 684529 h 684529"/>
              <a:gd name="connsiteX3" fmla="*/ 841083 w 901363"/>
              <a:gd name="connsiteY3" fmla="*/ 684529 h 684529"/>
              <a:gd name="connsiteX4" fmla="*/ 898233 w 901363"/>
              <a:gd name="connsiteY4" fmla="*/ 627379 h 684529"/>
              <a:gd name="connsiteX5" fmla="*/ 898233 w 901363"/>
              <a:gd name="connsiteY5" fmla="*/ 65404 h 684529"/>
              <a:gd name="connsiteX6" fmla="*/ 829176 w 901363"/>
              <a:gd name="connsiteY6" fmla="*/ 13016 h 684529"/>
              <a:gd name="connsiteX7" fmla="*/ 45745 w 901363"/>
              <a:gd name="connsiteY7" fmla="*/ 274954 h 684529"/>
              <a:gd name="connsiteX8" fmla="*/ 501 w 901363"/>
              <a:gd name="connsiteY8" fmla="*/ 327341 h 684529"/>
              <a:gd name="connsiteX0" fmla="*/ 712 w 901574"/>
              <a:gd name="connsiteY0" fmla="*/ 327341 h 688517"/>
              <a:gd name="connsiteX1" fmla="*/ 712 w 901574"/>
              <a:gd name="connsiteY1" fmla="*/ 620235 h 688517"/>
              <a:gd name="connsiteX2" fmla="*/ 55481 w 901574"/>
              <a:gd name="connsiteY2" fmla="*/ 684529 h 688517"/>
              <a:gd name="connsiteX3" fmla="*/ 841294 w 901574"/>
              <a:gd name="connsiteY3" fmla="*/ 684529 h 688517"/>
              <a:gd name="connsiteX4" fmla="*/ 898444 w 901574"/>
              <a:gd name="connsiteY4" fmla="*/ 627379 h 688517"/>
              <a:gd name="connsiteX5" fmla="*/ 898444 w 901574"/>
              <a:gd name="connsiteY5" fmla="*/ 65404 h 688517"/>
              <a:gd name="connsiteX6" fmla="*/ 829387 w 901574"/>
              <a:gd name="connsiteY6" fmla="*/ 13016 h 688517"/>
              <a:gd name="connsiteX7" fmla="*/ 45956 w 901574"/>
              <a:gd name="connsiteY7" fmla="*/ 274954 h 688517"/>
              <a:gd name="connsiteX8" fmla="*/ 712 w 901574"/>
              <a:gd name="connsiteY8" fmla="*/ 327341 h 688517"/>
              <a:gd name="connsiteX0" fmla="*/ 892 w 901754"/>
              <a:gd name="connsiteY0" fmla="*/ 327341 h 684529"/>
              <a:gd name="connsiteX1" fmla="*/ 892 w 901754"/>
              <a:gd name="connsiteY1" fmla="*/ 620235 h 684529"/>
              <a:gd name="connsiteX2" fmla="*/ 55661 w 901754"/>
              <a:gd name="connsiteY2" fmla="*/ 684529 h 684529"/>
              <a:gd name="connsiteX3" fmla="*/ 841474 w 901754"/>
              <a:gd name="connsiteY3" fmla="*/ 684529 h 684529"/>
              <a:gd name="connsiteX4" fmla="*/ 898624 w 901754"/>
              <a:gd name="connsiteY4" fmla="*/ 627379 h 684529"/>
              <a:gd name="connsiteX5" fmla="*/ 898624 w 901754"/>
              <a:gd name="connsiteY5" fmla="*/ 65404 h 684529"/>
              <a:gd name="connsiteX6" fmla="*/ 829567 w 901754"/>
              <a:gd name="connsiteY6" fmla="*/ 13016 h 684529"/>
              <a:gd name="connsiteX7" fmla="*/ 46136 w 901754"/>
              <a:gd name="connsiteY7" fmla="*/ 274954 h 684529"/>
              <a:gd name="connsiteX8" fmla="*/ 892 w 901754"/>
              <a:gd name="connsiteY8" fmla="*/ 327341 h 684529"/>
              <a:gd name="connsiteX0" fmla="*/ 478 w 901340"/>
              <a:gd name="connsiteY0" fmla="*/ 327341 h 684529"/>
              <a:gd name="connsiteX1" fmla="*/ 478 w 901340"/>
              <a:gd name="connsiteY1" fmla="*/ 620235 h 684529"/>
              <a:gd name="connsiteX2" fmla="*/ 55247 w 901340"/>
              <a:gd name="connsiteY2" fmla="*/ 684529 h 684529"/>
              <a:gd name="connsiteX3" fmla="*/ 841060 w 901340"/>
              <a:gd name="connsiteY3" fmla="*/ 684529 h 684529"/>
              <a:gd name="connsiteX4" fmla="*/ 898210 w 901340"/>
              <a:gd name="connsiteY4" fmla="*/ 627379 h 684529"/>
              <a:gd name="connsiteX5" fmla="*/ 898210 w 901340"/>
              <a:gd name="connsiteY5" fmla="*/ 65404 h 684529"/>
              <a:gd name="connsiteX6" fmla="*/ 829153 w 901340"/>
              <a:gd name="connsiteY6" fmla="*/ 13016 h 684529"/>
              <a:gd name="connsiteX7" fmla="*/ 45722 w 901340"/>
              <a:gd name="connsiteY7" fmla="*/ 274954 h 684529"/>
              <a:gd name="connsiteX8" fmla="*/ 478 w 901340"/>
              <a:gd name="connsiteY8" fmla="*/ 327341 h 684529"/>
              <a:gd name="connsiteX0" fmla="*/ 268 w 901130"/>
              <a:gd name="connsiteY0" fmla="*/ 327341 h 689292"/>
              <a:gd name="connsiteX1" fmla="*/ 268 w 901130"/>
              <a:gd name="connsiteY1" fmla="*/ 620235 h 689292"/>
              <a:gd name="connsiteX2" fmla="*/ 93137 w 901130"/>
              <a:gd name="connsiteY2" fmla="*/ 689292 h 689292"/>
              <a:gd name="connsiteX3" fmla="*/ 840850 w 901130"/>
              <a:gd name="connsiteY3" fmla="*/ 684529 h 689292"/>
              <a:gd name="connsiteX4" fmla="*/ 898000 w 901130"/>
              <a:gd name="connsiteY4" fmla="*/ 627379 h 689292"/>
              <a:gd name="connsiteX5" fmla="*/ 898000 w 901130"/>
              <a:gd name="connsiteY5" fmla="*/ 65404 h 689292"/>
              <a:gd name="connsiteX6" fmla="*/ 828943 w 901130"/>
              <a:gd name="connsiteY6" fmla="*/ 13016 h 689292"/>
              <a:gd name="connsiteX7" fmla="*/ 45512 w 901130"/>
              <a:gd name="connsiteY7" fmla="*/ 274954 h 689292"/>
              <a:gd name="connsiteX8" fmla="*/ 268 w 901130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1075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7750"/>
              <a:gd name="connsiteY0" fmla="*/ 327341 h 689292"/>
              <a:gd name="connsiteX1" fmla="*/ 493 w 907750"/>
              <a:gd name="connsiteY1" fmla="*/ 620235 h 689292"/>
              <a:gd name="connsiteX2" fmla="*/ 93362 w 907750"/>
              <a:gd name="connsiteY2" fmla="*/ 689292 h 689292"/>
              <a:gd name="connsiteX3" fmla="*/ 848219 w 907750"/>
              <a:gd name="connsiteY3" fmla="*/ 684529 h 689292"/>
              <a:gd name="connsiteX4" fmla="*/ 907750 w 907750"/>
              <a:gd name="connsiteY4" fmla="*/ 627379 h 689292"/>
              <a:gd name="connsiteX5" fmla="*/ 898225 w 907750"/>
              <a:gd name="connsiteY5" fmla="*/ 65404 h 689292"/>
              <a:gd name="connsiteX6" fmla="*/ 829168 w 907750"/>
              <a:gd name="connsiteY6" fmla="*/ 13016 h 689292"/>
              <a:gd name="connsiteX7" fmla="*/ 45737 w 907750"/>
              <a:gd name="connsiteY7" fmla="*/ 274954 h 689292"/>
              <a:gd name="connsiteX8" fmla="*/ 493 w 907750"/>
              <a:gd name="connsiteY8" fmla="*/ 327341 h 689292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9294"/>
              <a:gd name="connsiteY0" fmla="*/ 328690 h 690641"/>
              <a:gd name="connsiteX1" fmla="*/ 493 w 909294"/>
              <a:gd name="connsiteY1" fmla="*/ 621584 h 690641"/>
              <a:gd name="connsiteX2" fmla="*/ 93362 w 909294"/>
              <a:gd name="connsiteY2" fmla="*/ 690641 h 690641"/>
              <a:gd name="connsiteX3" fmla="*/ 848219 w 909294"/>
              <a:gd name="connsiteY3" fmla="*/ 685878 h 690641"/>
              <a:gd name="connsiteX4" fmla="*/ 907750 w 909294"/>
              <a:gd name="connsiteY4" fmla="*/ 628728 h 690641"/>
              <a:gd name="connsiteX5" fmla="*/ 898225 w 909294"/>
              <a:gd name="connsiteY5" fmla="*/ 66753 h 690641"/>
              <a:gd name="connsiteX6" fmla="*/ 829168 w 909294"/>
              <a:gd name="connsiteY6" fmla="*/ 14365 h 690641"/>
              <a:gd name="connsiteX7" fmla="*/ 45737 w 909294"/>
              <a:gd name="connsiteY7" fmla="*/ 276303 h 690641"/>
              <a:gd name="connsiteX8" fmla="*/ 493 w 909294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578722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10346"/>
              <a:gd name="connsiteY0" fmla="*/ 328690 h 690641"/>
              <a:gd name="connsiteX1" fmla="*/ 493 w 910346"/>
              <a:gd name="connsiteY1" fmla="*/ 621584 h 690641"/>
              <a:gd name="connsiteX2" fmla="*/ 93362 w 910346"/>
              <a:gd name="connsiteY2" fmla="*/ 690641 h 690641"/>
              <a:gd name="connsiteX3" fmla="*/ 848219 w 910346"/>
              <a:gd name="connsiteY3" fmla="*/ 685878 h 690641"/>
              <a:gd name="connsiteX4" fmla="*/ 907750 w 910346"/>
              <a:gd name="connsiteY4" fmla="*/ 578722 h 690641"/>
              <a:gd name="connsiteX5" fmla="*/ 898225 w 910346"/>
              <a:gd name="connsiteY5" fmla="*/ 66753 h 690641"/>
              <a:gd name="connsiteX6" fmla="*/ 829168 w 910346"/>
              <a:gd name="connsiteY6" fmla="*/ 14365 h 690641"/>
              <a:gd name="connsiteX7" fmla="*/ 45737 w 910346"/>
              <a:gd name="connsiteY7" fmla="*/ 276303 h 690641"/>
              <a:gd name="connsiteX8" fmla="*/ 493 w 910346"/>
              <a:gd name="connsiteY8" fmla="*/ 328690 h 690641"/>
              <a:gd name="connsiteX0" fmla="*/ 493 w 908243"/>
              <a:gd name="connsiteY0" fmla="*/ 328690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28690 h 690641"/>
              <a:gd name="connsiteX0" fmla="*/ 493 w 908243"/>
              <a:gd name="connsiteY0" fmla="*/ 359647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9647 h 690641"/>
              <a:gd name="connsiteX0" fmla="*/ 493 w 908243"/>
              <a:gd name="connsiteY0" fmla="*/ 354885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4885 h 690641"/>
              <a:gd name="connsiteX0" fmla="*/ 1323 w 909073"/>
              <a:gd name="connsiteY0" fmla="*/ 354885 h 690641"/>
              <a:gd name="connsiteX1" fmla="*/ 1323 w 909073"/>
              <a:gd name="connsiteY1" fmla="*/ 621584 h 690641"/>
              <a:gd name="connsiteX2" fmla="*/ 94192 w 909073"/>
              <a:gd name="connsiteY2" fmla="*/ 690641 h 690641"/>
              <a:gd name="connsiteX3" fmla="*/ 849049 w 909073"/>
              <a:gd name="connsiteY3" fmla="*/ 685878 h 690641"/>
              <a:gd name="connsiteX4" fmla="*/ 908580 w 909073"/>
              <a:gd name="connsiteY4" fmla="*/ 578722 h 690641"/>
              <a:gd name="connsiteX5" fmla="*/ 899055 w 909073"/>
              <a:gd name="connsiteY5" fmla="*/ 66753 h 690641"/>
              <a:gd name="connsiteX6" fmla="*/ 829998 w 909073"/>
              <a:gd name="connsiteY6" fmla="*/ 14365 h 690641"/>
              <a:gd name="connsiteX7" fmla="*/ 46567 w 909073"/>
              <a:gd name="connsiteY7" fmla="*/ 276303 h 690641"/>
              <a:gd name="connsiteX8" fmla="*/ 1323 w 909073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1322 w 909072"/>
              <a:gd name="connsiteY0" fmla="*/ 385842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595390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920 w 908670"/>
              <a:gd name="connsiteY0" fmla="*/ 385842 h 690641"/>
              <a:gd name="connsiteX1" fmla="*/ 920 w 908670"/>
              <a:gd name="connsiteY1" fmla="*/ 595390 h 690641"/>
              <a:gd name="connsiteX2" fmla="*/ 93789 w 908670"/>
              <a:gd name="connsiteY2" fmla="*/ 690641 h 690641"/>
              <a:gd name="connsiteX3" fmla="*/ 848646 w 908670"/>
              <a:gd name="connsiteY3" fmla="*/ 685878 h 690641"/>
              <a:gd name="connsiteX4" fmla="*/ 908177 w 908670"/>
              <a:gd name="connsiteY4" fmla="*/ 578722 h 690641"/>
              <a:gd name="connsiteX5" fmla="*/ 898652 w 908670"/>
              <a:gd name="connsiteY5" fmla="*/ 66753 h 690641"/>
              <a:gd name="connsiteX6" fmla="*/ 829595 w 908670"/>
              <a:gd name="connsiteY6" fmla="*/ 14365 h 690641"/>
              <a:gd name="connsiteX7" fmla="*/ 46164 w 908670"/>
              <a:gd name="connsiteY7" fmla="*/ 276303 h 690641"/>
              <a:gd name="connsiteX8" fmla="*/ 920 w 908670"/>
              <a:gd name="connsiteY8" fmla="*/ 385842 h 690641"/>
              <a:gd name="connsiteX0" fmla="*/ 882 w 908632"/>
              <a:gd name="connsiteY0" fmla="*/ 385842 h 694528"/>
              <a:gd name="connsiteX1" fmla="*/ 882 w 908632"/>
              <a:gd name="connsiteY1" fmla="*/ 595390 h 694528"/>
              <a:gd name="connsiteX2" fmla="*/ 93751 w 908632"/>
              <a:gd name="connsiteY2" fmla="*/ 690641 h 694528"/>
              <a:gd name="connsiteX3" fmla="*/ 848608 w 908632"/>
              <a:gd name="connsiteY3" fmla="*/ 685878 h 694528"/>
              <a:gd name="connsiteX4" fmla="*/ 908139 w 908632"/>
              <a:gd name="connsiteY4" fmla="*/ 578722 h 694528"/>
              <a:gd name="connsiteX5" fmla="*/ 898614 w 908632"/>
              <a:gd name="connsiteY5" fmla="*/ 66753 h 694528"/>
              <a:gd name="connsiteX6" fmla="*/ 829557 w 908632"/>
              <a:gd name="connsiteY6" fmla="*/ 14365 h 694528"/>
              <a:gd name="connsiteX7" fmla="*/ 46126 w 908632"/>
              <a:gd name="connsiteY7" fmla="*/ 276303 h 694528"/>
              <a:gd name="connsiteX8" fmla="*/ 882 w 908632"/>
              <a:gd name="connsiteY8" fmla="*/ 385842 h 694528"/>
              <a:gd name="connsiteX0" fmla="*/ 882 w 908632"/>
              <a:gd name="connsiteY0" fmla="*/ 385842 h 691355"/>
              <a:gd name="connsiteX1" fmla="*/ 882 w 908632"/>
              <a:gd name="connsiteY1" fmla="*/ 595390 h 691355"/>
              <a:gd name="connsiteX2" fmla="*/ 93751 w 908632"/>
              <a:gd name="connsiteY2" fmla="*/ 690641 h 691355"/>
              <a:gd name="connsiteX3" fmla="*/ 848608 w 908632"/>
              <a:gd name="connsiteY3" fmla="*/ 685878 h 691355"/>
              <a:gd name="connsiteX4" fmla="*/ 908139 w 908632"/>
              <a:gd name="connsiteY4" fmla="*/ 578722 h 691355"/>
              <a:gd name="connsiteX5" fmla="*/ 898614 w 908632"/>
              <a:gd name="connsiteY5" fmla="*/ 66753 h 691355"/>
              <a:gd name="connsiteX6" fmla="*/ 829557 w 908632"/>
              <a:gd name="connsiteY6" fmla="*/ 14365 h 691355"/>
              <a:gd name="connsiteX7" fmla="*/ 46126 w 908632"/>
              <a:gd name="connsiteY7" fmla="*/ 276303 h 691355"/>
              <a:gd name="connsiteX8" fmla="*/ 882 w 908632"/>
              <a:gd name="connsiteY8" fmla="*/ 385842 h 691355"/>
              <a:gd name="connsiteX0" fmla="*/ 882 w 908632"/>
              <a:gd name="connsiteY0" fmla="*/ 385842 h 690641"/>
              <a:gd name="connsiteX1" fmla="*/ 882 w 908632"/>
              <a:gd name="connsiteY1" fmla="*/ 595390 h 690641"/>
              <a:gd name="connsiteX2" fmla="*/ 93751 w 908632"/>
              <a:gd name="connsiteY2" fmla="*/ 690641 h 690641"/>
              <a:gd name="connsiteX3" fmla="*/ 848608 w 908632"/>
              <a:gd name="connsiteY3" fmla="*/ 685878 h 690641"/>
              <a:gd name="connsiteX4" fmla="*/ 908139 w 908632"/>
              <a:gd name="connsiteY4" fmla="*/ 578722 h 690641"/>
              <a:gd name="connsiteX5" fmla="*/ 898614 w 908632"/>
              <a:gd name="connsiteY5" fmla="*/ 66753 h 690641"/>
              <a:gd name="connsiteX6" fmla="*/ 829557 w 908632"/>
              <a:gd name="connsiteY6" fmla="*/ 14365 h 690641"/>
              <a:gd name="connsiteX7" fmla="*/ 46126 w 908632"/>
              <a:gd name="connsiteY7" fmla="*/ 276303 h 690641"/>
              <a:gd name="connsiteX8" fmla="*/ 882 w 908632"/>
              <a:gd name="connsiteY8" fmla="*/ 385842 h 690641"/>
              <a:gd name="connsiteX0" fmla="*/ 655 w 908405"/>
              <a:gd name="connsiteY0" fmla="*/ 385842 h 690641"/>
              <a:gd name="connsiteX1" fmla="*/ 655 w 908405"/>
              <a:gd name="connsiteY1" fmla="*/ 595390 h 690641"/>
              <a:gd name="connsiteX2" fmla="*/ 112574 w 908405"/>
              <a:gd name="connsiteY2" fmla="*/ 690641 h 690641"/>
              <a:gd name="connsiteX3" fmla="*/ 848381 w 908405"/>
              <a:gd name="connsiteY3" fmla="*/ 685878 h 690641"/>
              <a:gd name="connsiteX4" fmla="*/ 907912 w 908405"/>
              <a:gd name="connsiteY4" fmla="*/ 578722 h 690641"/>
              <a:gd name="connsiteX5" fmla="*/ 898387 w 908405"/>
              <a:gd name="connsiteY5" fmla="*/ 66753 h 690641"/>
              <a:gd name="connsiteX6" fmla="*/ 829330 w 908405"/>
              <a:gd name="connsiteY6" fmla="*/ 14365 h 690641"/>
              <a:gd name="connsiteX7" fmla="*/ 45899 w 908405"/>
              <a:gd name="connsiteY7" fmla="*/ 276303 h 690641"/>
              <a:gd name="connsiteX8" fmla="*/ 655 w 908405"/>
              <a:gd name="connsiteY8" fmla="*/ 385842 h 690641"/>
              <a:gd name="connsiteX0" fmla="*/ 807 w 908557"/>
              <a:gd name="connsiteY0" fmla="*/ 385842 h 692203"/>
              <a:gd name="connsiteX1" fmla="*/ 807 w 908557"/>
              <a:gd name="connsiteY1" fmla="*/ 595390 h 692203"/>
              <a:gd name="connsiteX2" fmla="*/ 112726 w 908557"/>
              <a:gd name="connsiteY2" fmla="*/ 690641 h 692203"/>
              <a:gd name="connsiteX3" fmla="*/ 848533 w 908557"/>
              <a:gd name="connsiteY3" fmla="*/ 685878 h 692203"/>
              <a:gd name="connsiteX4" fmla="*/ 908064 w 908557"/>
              <a:gd name="connsiteY4" fmla="*/ 578722 h 692203"/>
              <a:gd name="connsiteX5" fmla="*/ 898539 w 908557"/>
              <a:gd name="connsiteY5" fmla="*/ 66753 h 692203"/>
              <a:gd name="connsiteX6" fmla="*/ 829482 w 908557"/>
              <a:gd name="connsiteY6" fmla="*/ 14365 h 692203"/>
              <a:gd name="connsiteX7" fmla="*/ 46051 w 908557"/>
              <a:gd name="connsiteY7" fmla="*/ 276303 h 692203"/>
              <a:gd name="connsiteX8" fmla="*/ 807 w 908557"/>
              <a:gd name="connsiteY8" fmla="*/ 385842 h 692203"/>
              <a:gd name="connsiteX0" fmla="*/ 699 w 908449"/>
              <a:gd name="connsiteY0" fmla="*/ 385842 h 692203"/>
              <a:gd name="connsiteX1" fmla="*/ 699 w 908449"/>
              <a:gd name="connsiteY1" fmla="*/ 595390 h 692203"/>
              <a:gd name="connsiteX2" fmla="*/ 112618 w 908449"/>
              <a:gd name="connsiteY2" fmla="*/ 690641 h 692203"/>
              <a:gd name="connsiteX3" fmla="*/ 848425 w 908449"/>
              <a:gd name="connsiteY3" fmla="*/ 685878 h 692203"/>
              <a:gd name="connsiteX4" fmla="*/ 907956 w 908449"/>
              <a:gd name="connsiteY4" fmla="*/ 578722 h 692203"/>
              <a:gd name="connsiteX5" fmla="*/ 898431 w 908449"/>
              <a:gd name="connsiteY5" fmla="*/ 66753 h 692203"/>
              <a:gd name="connsiteX6" fmla="*/ 829374 w 908449"/>
              <a:gd name="connsiteY6" fmla="*/ 14365 h 692203"/>
              <a:gd name="connsiteX7" fmla="*/ 45943 w 908449"/>
              <a:gd name="connsiteY7" fmla="*/ 276303 h 692203"/>
              <a:gd name="connsiteX8" fmla="*/ 699 w 908449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0534"/>
              <a:gd name="connsiteY0" fmla="*/ 386399 h 692760"/>
              <a:gd name="connsiteX1" fmla="*/ 699 w 910534"/>
              <a:gd name="connsiteY1" fmla="*/ 595947 h 692760"/>
              <a:gd name="connsiteX2" fmla="*/ 112618 w 910534"/>
              <a:gd name="connsiteY2" fmla="*/ 691198 h 692760"/>
              <a:gd name="connsiteX3" fmla="*/ 848425 w 910534"/>
              <a:gd name="connsiteY3" fmla="*/ 686435 h 692760"/>
              <a:gd name="connsiteX4" fmla="*/ 907956 w 910534"/>
              <a:gd name="connsiteY4" fmla="*/ 579279 h 692760"/>
              <a:gd name="connsiteX5" fmla="*/ 910534 w 910534"/>
              <a:gd name="connsiteY5" fmla="*/ 67310 h 692760"/>
              <a:gd name="connsiteX6" fmla="*/ 829374 w 910534"/>
              <a:gd name="connsiteY6" fmla="*/ 14922 h 692760"/>
              <a:gd name="connsiteX7" fmla="*/ 45943 w 910534"/>
              <a:gd name="connsiteY7" fmla="*/ 276860 h 692760"/>
              <a:gd name="connsiteX8" fmla="*/ 699 w 910534"/>
              <a:gd name="connsiteY8" fmla="*/ 386399 h 692760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264 w 910099"/>
              <a:gd name="connsiteY0" fmla="*/ 384791 h 691326"/>
              <a:gd name="connsiteX1" fmla="*/ 264 w 910099"/>
              <a:gd name="connsiteY1" fmla="*/ 594339 h 691326"/>
              <a:gd name="connsiteX2" fmla="*/ 112183 w 910099"/>
              <a:gd name="connsiteY2" fmla="*/ 689590 h 691326"/>
              <a:gd name="connsiteX3" fmla="*/ 847990 w 910099"/>
              <a:gd name="connsiteY3" fmla="*/ 684827 h 691326"/>
              <a:gd name="connsiteX4" fmla="*/ 907521 w 910099"/>
              <a:gd name="connsiteY4" fmla="*/ 577671 h 691326"/>
              <a:gd name="connsiteX5" fmla="*/ 910099 w 910099"/>
              <a:gd name="connsiteY5" fmla="*/ 65702 h 691326"/>
              <a:gd name="connsiteX6" fmla="*/ 828939 w 910099"/>
              <a:gd name="connsiteY6" fmla="*/ 13314 h 691326"/>
              <a:gd name="connsiteX7" fmla="*/ 45508 w 910099"/>
              <a:gd name="connsiteY7" fmla="*/ 275252 h 691326"/>
              <a:gd name="connsiteX8" fmla="*/ 264 w 910099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365 w 910200"/>
              <a:gd name="connsiteY0" fmla="*/ 384791 h 691326"/>
              <a:gd name="connsiteX1" fmla="*/ 365 w 910200"/>
              <a:gd name="connsiteY1" fmla="*/ 594339 h 691326"/>
              <a:gd name="connsiteX2" fmla="*/ 112284 w 910200"/>
              <a:gd name="connsiteY2" fmla="*/ 689590 h 691326"/>
              <a:gd name="connsiteX3" fmla="*/ 848091 w 910200"/>
              <a:gd name="connsiteY3" fmla="*/ 684827 h 691326"/>
              <a:gd name="connsiteX4" fmla="*/ 907622 w 910200"/>
              <a:gd name="connsiteY4" fmla="*/ 577671 h 691326"/>
              <a:gd name="connsiteX5" fmla="*/ 910200 w 910200"/>
              <a:gd name="connsiteY5" fmla="*/ 65702 h 691326"/>
              <a:gd name="connsiteX6" fmla="*/ 829040 w 910200"/>
              <a:gd name="connsiteY6" fmla="*/ 13314 h 691326"/>
              <a:gd name="connsiteX7" fmla="*/ 45609 w 910200"/>
              <a:gd name="connsiteY7" fmla="*/ 275252 h 691326"/>
              <a:gd name="connsiteX8" fmla="*/ 365 w 910200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9835" h="691326">
                <a:moveTo>
                  <a:pt x="0" y="384791"/>
                </a:moveTo>
                <a:lnTo>
                  <a:pt x="0" y="594339"/>
                </a:lnTo>
                <a:cubicBezTo>
                  <a:pt x="314" y="705292"/>
                  <a:pt x="53182" y="691972"/>
                  <a:pt x="111919" y="689590"/>
                </a:cubicBezTo>
                <a:lnTo>
                  <a:pt x="847726" y="684827"/>
                </a:lnTo>
                <a:cubicBezTo>
                  <a:pt x="914024" y="693362"/>
                  <a:pt x="907077" y="643198"/>
                  <a:pt x="907257" y="577671"/>
                </a:cubicBezTo>
                <a:cubicBezTo>
                  <a:pt x="908116" y="407015"/>
                  <a:pt x="908976" y="236358"/>
                  <a:pt x="909835" y="65702"/>
                </a:cubicBezTo>
                <a:cubicBezTo>
                  <a:pt x="909889" y="-22703"/>
                  <a:pt x="874045" y="-1169"/>
                  <a:pt x="828675" y="13314"/>
                </a:cubicBezTo>
                <a:lnTo>
                  <a:pt x="45244" y="275252"/>
                </a:lnTo>
                <a:cubicBezTo>
                  <a:pt x="-3528" y="294197"/>
                  <a:pt x="701" y="312769"/>
                  <a:pt x="0" y="384791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Заголовок 12"/>
          <p:cNvSpPr>
            <a:spLocks noGrp="1"/>
          </p:cNvSpPr>
          <p:nvPr>
            <p:ph type="title" hasCustomPrompt="1"/>
          </p:nvPr>
        </p:nvSpPr>
        <p:spPr>
          <a:xfrm>
            <a:off x="1206500" y="2574930"/>
            <a:ext cx="72771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ba-RU" dirty="0"/>
              <a:t>Заголовок</a:t>
            </a:r>
            <a:endParaRPr lang="ru-RU" dirty="0"/>
          </a:p>
        </p:txBody>
      </p:sp>
      <p:sp>
        <p:nvSpPr>
          <p:cNvPr id="18" name="Полилиния 17"/>
          <p:cNvSpPr/>
          <p:nvPr userDrawn="1"/>
        </p:nvSpPr>
        <p:spPr>
          <a:xfrm rot="10800000">
            <a:off x="1575971" y="4090869"/>
            <a:ext cx="7747000" cy="1899258"/>
          </a:xfrm>
          <a:custGeom>
            <a:avLst/>
            <a:gdLst>
              <a:gd name="connsiteX0" fmla="*/ 0 w 897732"/>
              <a:gd name="connsiteY0" fmla="*/ 314325 h 671513"/>
              <a:gd name="connsiteX1" fmla="*/ 0 w 897732"/>
              <a:gd name="connsiteY1" fmla="*/ 607219 h 671513"/>
              <a:gd name="connsiteX2" fmla="*/ 54769 w 897732"/>
              <a:gd name="connsiteY2" fmla="*/ 671513 h 671513"/>
              <a:gd name="connsiteX3" fmla="*/ 840582 w 897732"/>
              <a:gd name="connsiteY3" fmla="*/ 671513 h 671513"/>
              <a:gd name="connsiteX4" fmla="*/ 897732 w 897732"/>
              <a:gd name="connsiteY4" fmla="*/ 614363 h 671513"/>
              <a:gd name="connsiteX5" fmla="*/ 897732 w 897732"/>
              <a:gd name="connsiteY5" fmla="*/ 52388 h 671513"/>
              <a:gd name="connsiteX6" fmla="*/ 828675 w 897732"/>
              <a:gd name="connsiteY6" fmla="*/ 0 h 671513"/>
              <a:gd name="connsiteX7" fmla="*/ 45244 w 897732"/>
              <a:gd name="connsiteY7" fmla="*/ 261938 h 671513"/>
              <a:gd name="connsiteX8" fmla="*/ 0 w 897732"/>
              <a:gd name="connsiteY8" fmla="*/ 314325 h 671513"/>
              <a:gd name="connsiteX0" fmla="*/ 0 w 902120"/>
              <a:gd name="connsiteY0" fmla="*/ 321495 h 678683"/>
              <a:gd name="connsiteX1" fmla="*/ 0 w 902120"/>
              <a:gd name="connsiteY1" fmla="*/ 614389 h 678683"/>
              <a:gd name="connsiteX2" fmla="*/ 54769 w 902120"/>
              <a:gd name="connsiteY2" fmla="*/ 678683 h 678683"/>
              <a:gd name="connsiteX3" fmla="*/ 840582 w 902120"/>
              <a:gd name="connsiteY3" fmla="*/ 678683 h 678683"/>
              <a:gd name="connsiteX4" fmla="*/ 897732 w 902120"/>
              <a:gd name="connsiteY4" fmla="*/ 621533 h 678683"/>
              <a:gd name="connsiteX5" fmla="*/ 897732 w 902120"/>
              <a:gd name="connsiteY5" fmla="*/ 59558 h 678683"/>
              <a:gd name="connsiteX6" fmla="*/ 828675 w 902120"/>
              <a:gd name="connsiteY6" fmla="*/ 7170 h 678683"/>
              <a:gd name="connsiteX7" fmla="*/ 45244 w 902120"/>
              <a:gd name="connsiteY7" fmla="*/ 269108 h 678683"/>
              <a:gd name="connsiteX8" fmla="*/ 0 w 902120"/>
              <a:gd name="connsiteY8" fmla="*/ 321495 h 678683"/>
              <a:gd name="connsiteX0" fmla="*/ 0 w 903259"/>
              <a:gd name="connsiteY0" fmla="*/ 334803 h 691991"/>
              <a:gd name="connsiteX1" fmla="*/ 0 w 903259"/>
              <a:gd name="connsiteY1" fmla="*/ 627697 h 691991"/>
              <a:gd name="connsiteX2" fmla="*/ 54769 w 903259"/>
              <a:gd name="connsiteY2" fmla="*/ 691991 h 691991"/>
              <a:gd name="connsiteX3" fmla="*/ 840582 w 903259"/>
              <a:gd name="connsiteY3" fmla="*/ 691991 h 691991"/>
              <a:gd name="connsiteX4" fmla="*/ 897732 w 903259"/>
              <a:gd name="connsiteY4" fmla="*/ 634841 h 691991"/>
              <a:gd name="connsiteX5" fmla="*/ 897732 w 903259"/>
              <a:gd name="connsiteY5" fmla="*/ 72866 h 691991"/>
              <a:gd name="connsiteX6" fmla="*/ 828675 w 903259"/>
              <a:gd name="connsiteY6" fmla="*/ 20478 h 691991"/>
              <a:gd name="connsiteX7" fmla="*/ 45244 w 903259"/>
              <a:gd name="connsiteY7" fmla="*/ 282416 h 691991"/>
              <a:gd name="connsiteX8" fmla="*/ 0 w 903259"/>
              <a:gd name="connsiteY8" fmla="*/ 334803 h 691991"/>
              <a:gd name="connsiteX0" fmla="*/ 0 w 902430"/>
              <a:gd name="connsiteY0" fmla="*/ 326084 h 683272"/>
              <a:gd name="connsiteX1" fmla="*/ 0 w 902430"/>
              <a:gd name="connsiteY1" fmla="*/ 618978 h 683272"/>
              <a:gd name="connsiteX2" fmla="*/ 54769 w 902430"/>
              <a:gd name="connsiteY2" fmla="*/ 683272 h 683272"/>
              <a:gd name="connsiteX3" fmla="*/ 840582 w 902430"/>
              <a:gd name="connsiteY3" fmla="*/ 683272 h 683272"/>
              <a:gd name="connsiteX4" fmla="*/ 897732 w 902430"/>
              <a:gd name="connsiteY4" fmla="*/ 626122 h 683272"/>
              <a:gd name="connsiteX5" fmla="*/ 897732 w 902430"/>
              <a:gd name="connsiteY5" fmla="*/ 64147 h 683272"/>
              <a:gd name="connsiteX6" fmla="*/ 828675 w 902430"/>
              <a:gd name="connsiteY6" fmla="*/ 11759 h 683272"/>
              <a:gd name="connsiteX7" fmla="*/ 45244 w 902430"/>
              <a:gd name="connsiteY7" fmla="*/ 273697 h 683272"/>
              <a:gd name="connsiteX8" fmla="*/ 0 w 902430"/>
              <a:gd name="connsiteY8" fmla="*/ 326084 h 683272"/>
              <a:gd name="connsiteX0" fmla="*/ 0 w 898864"/>
              <a:gd name="connsiteY0" fmla="*/ 327341 h 684529"/>
              <a:gd name="connsiteX1" fmla="*/ 0 w 898864"/>
              <a:gd name="connsiteY1" fmla="*/ 620235 h 684529"/>
              <a:gd name="connsiteX2" fmla="*/ 54769 w 898864"/>
              <a:gd name="connsiteY2" fmla="*/ 684529 h 684529"/>
              <a:gd name="connsiteX3" fmla="*/ 840582 w 898864"/>
              <a:gd name="connsiteY3" fmla="*/ 684529 h 684529"/>
              <a:gd name="connsiteX4" fmla="*/ 897732 w 898864"/>
              <a:gd name="connsiteY4" fmla="*/ 627379 h 684529"/>
              <a:gd name="connsiteX5" fmla="*/ 897732 w 898864"/>
              <a:gd name="connsiteY5" fmla="*/ 65404 h 684529"/>
              <a:gd name="connsiteX6" fmla="*/ 828675 w 898864"/>
              <a:gd name="connsiteY6" fmla="*/ 13016 h 684529"/>
              <a:gd name="connsiteX7" fmla="*/ 45244 w 898864"/>
              <a:gd name="connsiteY7" fmla="*/ 274954 h 684529"/>
              <a:gd name="connsiteX8" fmla="*/ 0 w 898864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1654 w 902516"/>
              <a:gd name="connsiteY0" fmla="*/ 327341 h 684529"/>
              <a:gd name="connsiteX1" fmla="*/ 1654 w 902516"/>
              <a:gd name="connsiteY1" fmla="*/ 620235 h 684529"/>
              <a:gd name="connsiteX2" fmla="*/ 56423 w 902516"/>
              <a:gd name="connsiteY2" fmla="*/ 684529 h 684529"/>
              <a:gd name="connsiteX3" fmla="*/ 842236 w 902516"/>
              <a:gd name="connsiteY3" fmla="*/ 684529 h 684529"/>
              <a:gd name="connsiteX4" fmla="*/ 899386 w 902516"/>
              <a:gd name="connsiteY4" fmla="*/ 627379 h 684529"/>
              <a:gd name="connsiteX5" fmla="*/ 899386 w 902516"/>
              <a:gd name="connsiteY5" fmla="*/ 65404 h 684529"/>
              <a:gd name="connsiteX6" fmla="*/ 830329 w 902516"/>
              <a:gd name="connsiteY6" fmla="*/ 13016 h 684529"/>
              <a:gd name="connsiteX7" fmla="*/ 46898 w 902516"/>
              <a:gd name="connsiteY7" fmla="*/ 274954 h 684529"/>
              <a:gd name="connsiteX8" fmla="*/ 1654 w 902516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501 w 901363"/>
              <a:gd name="connsiteY0" fmla="*/ 327341 h 684529"/>
              <a:gd name="connsiteX1" fmla="*/ 501 w 901363"/>
              <a:gd name="connsiteY1" fmla="*/ 620235 h 684529"/>
              <a:gd name="connsiteX2" fmla="*/ 55270 w 901363"/>
              <a:gd name="connsiteY2" fmla="*/ 684529 h 684529"/>
              <a:gd name="connsiteX3" fmla="*/ 841083 w 901363"/>
              <a:gd name="connsiteY3" fmla="*/ 684529 h 684529"/>
              <a:gd name="connsiteX4" fmla="*/ 898233 w 901363"/>
              <a:gd name="connsiteY4" fmla="*/ 627379 h 684529"/>
              <a:gd name="connsiteX5" fmla="*/ 898233 w 901363"/>
              <a:gd name="connsiteY5" fmla="*/ 65404 h 684529"/>
              <a:gd name="connsiteX6" fmla="*/ 829176 w 901363"/>
              <a:gd name="connsiteY6" fmla="*/ 13016 h 684529"/>
              <a:gd name="connsiteX7" fmla="*/ 45745 w 901363"/>
              <a:gd name="connsiteY7" fmla="*/ 274954 h 684529"/>
              <a:gd name="connsiteX8" fmla="*/ 501 w 901363"/>
              <a:gd name="connsiteY8" fmla="*/ 327341 h 684529"/>
              <a:gd name="connsiteX0" fmla="*/ 712 w 901574"/>
              <a:gd name="connsiteY0" fmla="*/ 327341 h 688517"/>
              <a:gd name="connsiteX1" fmla="*/ 712 w 901574"/>
              <a:gd name="connsiteY1" fmla="*/ 620235 h 688517"/>
              <a:gd name="connsiteX2" fmla="*/ 55481 w 901574"/>
              <a:gd name="connsiteY2" fmla="*/ 684529 h 688517"/>
              <a:gd name="connsiteX3" fmla="*/ 841294 w 901574"/>
              <a:gd name="connsiteY3" fmla="*/ 684529 h 688517"/>
              <a:gd name="connsiteX4" fmla="*/ 898444 w 901574"/>
              <a:gd name="connsiteY4" fmla="*/ 627379 h 688517"/>
              <a:gd name="connsiteX5" fmla="*/ 898444 w 901574"/>
              <a:gd name="connsiteY5" fmla="*/ 65404 h 688517"/>
              <a:gd name="connsiteX6" fmla="*/ 829387 w 901574"/>
              <a:gd name="connsiteY6" fmla="*/ 13016 h 688517"/>
              <a:gd name="connsiteX7" fmla="*/ 45956 w 901574"/>
              <a:gd name="connsiteY7" fmla="*/ 274954 h 688517"/>
              <a:gd name="connsiteX8" fmla="*/ 712 w 901574"/>
              <a:gd name="connsiteY8" fmla="*/ 327341 h 688517"/>
              <a:gd name="connsiteX0" fmla="*/ 892 w 901754"/>
              <a:gd name="connsiteY0" fmla="*/ 327341 h 684529"/>
              <a:gd name="connsiteX1" fmla="*/ 892 w 901754"/>
              <a:gd name="connsiteY1" fmla="*/ 620235 h 684529"/>
              <a:gd name="connsiteX2" fmla="*/ 55661 w 901754"/>
              <a:gd name="connsiteY2" fmla="*/ 684529 h 684529"/>
              <a:gd name="connsiteX3" fmla="*/ 841474 w 901754"/>
              <a:gd name="connsiteY3" fmla="*/ 684529 h 684529"/>
              <a:gd name="connsiteX4" fmla="*/ 898624 w 901754"/>
              <a:gd name="connsiteY4" fmla="*/ 627379 h 684529"/>
              <a:gd name="connsiteX5" fmla="*/ 898624 w 901754"/>
              <a:gd name="connsiteY5" fmla="*/ 65404 h 684529"/>
              <a:gd name="connsiteX6" fmla="*/ 829567 w 901754"/>
              <a:gd name="connsiteY6" fmla="*/ 13016 h 684529"/>
              <a:gd name="connsiteX7" fmla="*/ 46136 w 901754"/>
              <a:gd name="connsiteY7" fmla="*/ 274954 h 684529"/>
              <a:gd name="connsiteX8" fmla="*/ 892 w 901754"/>
              <a:gd name="connsiteY8" fmla="*/ 327341 h 684529"/>
              <a:gd name="connsiteX0" fmla="*/ 478 w 901340"/>
              <a:gd name="connsiteY0" fmla="*/ 327341 h 684529"/>
              <a:gd name="connsiteX1" fmla="*/ 478 w 901340"/>
              <a:gd name="connsiteY1" fmla="*/ 620235 h 684529"/>
              <a:gd name="connsiteX2" fmla="*/ 55247 w 901340"/>
              <a:gd name="connsiteY2" fmla="*/ 684529 h 684529"/>
              <a:gd name="connsiteX3" fmla="*/ 841060 w 901340"/>
              <a:gd name="connsiteY3" fmla="*/ 684529 h 684529"/>
              <a:gd name="connsiteX4" fmla="*/ 898210 w 901340"/>
              <a:gd name="connsiteY4" fmla="*/ 627379 h 684529"/>
              <a:gd name="connsiteX5" fmla="*/ 898210 w 901340"/>
              <a:gd name="connsiteY5" fmla="*/ 65404 h 684529"/>
              <a:gd name="connsiteX6" fmla="*/ 829153 w 901340"/>
              <a:gd name="connsiteY6" fmla="*/ 13016 h 684529"/>
              <a:gd name="connsiteX7" fmla="*/ 45722 w 901340"/>
              <a:gd name="connsiteY7" fmla="*/ 274954 h 684529"/>
              <a:gd name="connsiteX8" fmla="*/ 478 w 901340"/>
              <a:gd name="connsiteY8" fmla="*/ 327341 h 684529"/>
              <a:gd name="connsiteX0" fmla="*/ 268 w 901130"/>
              <a:gd name="connsiteY0" fmla="*/ 327341 h 689292"/>
              <a:gd name="connsiteX1" fmla="*/ 268 w 901130"/>
              <a:gd name="connsiteY1" fmla="*/ 620235 h 689292"/>
              <a:gd name="connsiteX2" fmla="*/ 93137 w 901130"/>
              <a:gd name="connsiteY2" fmla="*/ 689292 h 689292"/>
              <a:gd name="connsiteX3" fmla="*/ 840850 w 901130"/>
              <a:gd name="connsiteY3" fmla="*/ 684529 h 689292"/>
              <a:gd name="connsiteX4" fmla="*/ 898000 w 901130"/>
              <a:gd name="connsiteY4" fmla="*/ 627379 h 689292"/>
              <a:gd name="connsiteX5" fmla="*/ 898000 w 901130"/>
              <a:gd name="connsiteY5" fmla="*/ 65404 h 689292"/>
              <a:gd name="connsiteX6" fmla="*/ 828943 w 901130"/>
              <a:gd name="connsiteY6" fmla="*/ 13016 h 689292"/>
              <a:gd name="connsiteX7" fmla="*/ 45512 w 901130"/>
              <a:gd name="connsiteY7" fmla="*/ 274954 h 689292"/>
              <a:gd name="connsiteX8" fmla="*/ 268 w 901130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1075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7750"/>
              <a:gd name="connsiteY0" fmla="*/ 327341 h 689292"/>
              <a:gd name="connsiteX1" fmla="*/ 493 w 907750"/>
              <a:gd name="connsiteY1" fmla="*/ 620235 h 689292"/>
              <a:gd name="connsiteX2" fmla="*/ 93362 w 907750"/>
              <a:gd name="connsiteY2" fmla="*/ 689292 h 689292"/>
              <a:gd name="connsiteX3" fmla="*/ 848219 w 907750"/>
              <a:gd name="connsiteY3" fmla="*/ 684529 h 689292"/>
              <a:gd name="connsiteX4" fmla="*/ 907750 w 907750"/>
              <a:gd name="connsiteY4" fmla="*/ 627379 h 689292"/>
              <a:gd name="connsiteX5" fmla="*/ 898225 w 907750"/>
              <a:gd name="connsiteY5" fmla="*/ 65404 h 689292"/>
              <a:gd name="connsiteX6" fmla="*/ 829168 w 907750"/>
              <a:gd name="connsiteY6" fmla="*/ 13016 h 689292"/>
              <a:gd name="connsiteX7" fmla="*/ 45737 w 907750"/>
              <a:gd name="connsiteY7" fmla="*/ 274954 h 689292"/>
              <a:gd name="connsiteX8" fmla="*/ 493 w 907750"/>
              <a:gd name="connsiteY8" fmla="*/ 327341 h 689292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9294"/>
              <a:gd name="connsiteY0" fmla="*/ 328690 h 690641"/>
              <a:gd name="connsiteX1" fmla="*/ 493 w 909294"/>
              <a:gd name="connsiteY1" fmla="*/ 621584 h 690641"/>
              <a:gd name="connsiteX2" fmla="*/ 93362 w 909294"/>
              <a:gd name="connsiteY2" fmla="*/ 690641 h 690641"/>
              <a:gd name="connsiteX3" fmla="*/ 848219 w 909294"/>
              <a:gd name="connsiteY3" fmla="*/ 685878 h 690641"/>
              <a:gd name="connsiteX4" fmla="*/ 907750 w 909294"/>
              <a:gd name="connsiteY4" fmla="*/ 628728 h 690641"/>
              <a:gd name="connsiteX5" fmla="*/ 898225 w 909294"/>
              <a:gd name="connsiteY5" fmla="*/ 66753 h 690641"/>
              <a:gd name="connsiteX6" fmla="*/ 829168 w 909294"/>
              <a:gd name="connsiteY6" fmla="*/ 14365 h 690641"/>
              <a:gd name="connsiteX7" fmla="*/ 45737 w 909294"/>
              <a:gd name="connsiteY7" fmla="*/ 276303 h 690641"/>
              <a:gd name="connsiteX8" fmla="*/ 493 w 909294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578722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10346"/>
              <a:gd name="connsiteY0" fmla="*/ 328690 h 690641"/>
              <a:gd name="connsiteX1" fmla="*/ 493 w 910346"/>
              <a:gd name="connsiteY1" fmla="*/ 621584 h 690641"/>
              <a:gd name="connsiteX2" fmla="*/ 93362 w 910346"/>
              <a:gd name="connsiteY2" fmla="*/ 690641 h 690641"/>
              <a:gd name="connsiteX3" fmla="*/ 848219 w 910346"/>
              <a:gd name="connsiteY3" fmla="*/ 685878 h 690641"/>
              <a:gd name="connsiteX4" fmla="*/ 907750 w 910346"/>
              <a:gd name="connsiteY4" fmla="*/ 578722 h 690641"/>
              <a:gd name="connsiteX5" fmla="*/ 898225 w 910346"/>
              <a:gd name="connsiteY5" fmla="*/ 66753 h 690641"/>
              <a:gd name="connsiteX6" fmla="*/ 829168 w 910346"/>
              <a:gd name="connsiteY6" fmla="*/ 14365 h 690641"/>
              <a:gd name="connsiteX7" fmla="*/ 45737 w 910346"/>
              <a:gd name="connsiteY7" fmla="*/ 276303 h 690641"/>
              <a:gd name="connsiteX8" fmla="*/ 493 w 910346"/>
              <a:gd name="connsiteY8" fmla="*/ 328690 h 690641"/>
              <a:gd name="connsiteX0" fmla="*/ 493 w 908243"/>
              <a:gd name="connsiteY0" fmla="*/ 328690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28690 h 690641"/>
              <a:gd name="connsiteX0" fmla="*/ 493 w 908243"/>
              <a:gd name="connsiteY0" fmla="*/ 359647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9647 h 690641"/>
              <a:gd name="connsiteX0" fmla="*/ 493 w 908243"/>
              <a:gd name="connsiteY0" fmla="*/ 354885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4885 h 690641"/>
              <a:gd name="connsiteX0" fmla="*/ 1323 w 909073"/>
              <a:gd name="connsiteY0" fmla="*/ 354885 h 690641"/>
              <a:gd name="connsiteX1" fmla="*/ 1323 w 909073"/>
              <a:gd name="connsiteY1" fmla="*/ 621584 h 690641"/>
              <a:gd name="connsiteX2" fmla="*/ 94192 w 909073"/>
              <a:gd name="connsiteY2" fmla="*/ 690641 h 690641"/>
              <a:gd name="connsiteX3" fmla="*/ 849049 w 909073"/>
              <a:gd name="connsiteY3" fmla="*/ 685878 h 690641"/>
              <a:gd name="connsiteX4" fmla="*/ 908580 w 909073"/>
              <a:gd name="connsiteY4" fmla="*/ 578722 h 690641"/>
              <a:gd name="connsiteX5" fmla="*/ 899055 w 909073"/>
              <a:gd name="connsiteY5" fmla="*/ 66753 h 690641"/>
              <a:gd name="connsiteX6" fmla="*/ 829998 w 909073"/>
              <a:gd name="connsiteY6" fmla="*/ 14365 h 690641"/>
              <a:gd name="connsiteX7" fmla="*/ 46567 w 909073"/>
              <a:gd name="connsiteY7" fmla="*/ 276303 h 690641"/>
              <a:gd name="connsiteX8" fmla="*/ 1323 w 909073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1322 w 909072"/>
              <a:gd name="connsiteY0" fmla="*/ 385842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595390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920 w 908670"/>
              <a:gd name="connsiteY0" fmla="*/ 385842 h 690641"/>
              <a:gd name="connsiteX1" fmla="*/ 920 w 908670"/>
              <a:gd name="connsiteY1" fmla="*/ 595390 h 690641"/>
              <a:gd name="connsiteX2" fmla="*/ 93789 w 908670"/>
              <a:gd name="connsiteY2" fmla="*/ 690641 h 690641"/>
              <a:gd name="connsiteX3" fmla="*/ 848646 w 908670"/>
              <a:gd name="connsiteY3" fmla="*/ 685878 h 690641"/>
              <a:gd name="connsiteX4" fmla="*/ 908177 w 908670"/>
              <a:gd name="connsiteY4" fmla="*/ 578722 h 690641"/>
              <a:gd name="connsiteX5" fmla="*/ 898652 w 908670"/>
              <a:gd name="connsiteY5" fmla="*/ 66753 h 690641"/>
              <a:gd name="connsiteX6" fmla="*/ 829595 w 908670"/>
              <a:gd name="connsiteY6" fmla="*/ 14365 h 690641"/>
              <a:gd name="connsiteX7" fmla="*/ 46164 w 908670"/>
              <a:gd name="connsiteY7" fmla="*/ 276303 h 690641"/>
              <a:gd name="connsiteX8" fmla="*/ 920 w 908670"/>
              <a:gd name="connsiteY8" fmla="*/ 385842 h 690641"/>
              <a:gd name="connsiteX0" fmla="*/ 882 w 908632"/>
              <a:gd name="connsiteY0" fmla="*/ 385842 h 694528"/>
              <a:gd name="connsiteX1" fmla="*/ 882 w 908632"/>
              <a:gd name="connsiteY1" fmla="*/ 595390 h 694528"/>
              <a:gd name="connsiteX2" fmla="*/ 93751 w 908632"/>
              <a:gd name="connsiteY2" fmla="*/ 690641 h 694528"/>
              <a:gd name="connsiteX3" fmla="*/ 848608 w 908632"/>
              <a:gd name="connsiteY3" fmla="*/ 685878 h 694528"/>
              <a:gd name="connsiteX4" fmla="*/ 908139 w 908632"/>
              <a:gd name="connsiteY4" fmla="*/ 578722 h 694528"/>
              <a:gd name="connsiteX5" fmla="*/ 898614 w 908632"/>
              <a:gd name="connsiteY5" fmla="*/ 66753 h 694528"/>
              <a:gd name="connsiteX6" fmla="*/ 829557 w 908632"/>
              <a:gd name="connsiteY6" fmla="*/ 14365 h 694528"/>
              <a:gd name="connsiteX7" fmla="*/ 46126 w 908632"/>
              <a:gd name="connsiteY7" fmla="*/ 276303 h 694528"/>
              <a:gd name="connsiteX8" fmla="*/ 882 w 908632"/>
              <a:gd name="connsiteY8" fmla="*/ 385842 h 694528"/>
              <a:gd name="connsiteX0" fmla="*/ 882 w 908632"/>
              <a:gd name="connsiteY0" fmla="*/ 385842 h 691355"/>
              <a:gd name="connsiteX1" fmla="*/ 882 w 908632"/>
              <a:gd name="connsiteY1" fmla="*/ 595390 h 691355"/>
              <a:gd name="connsiteX2" fmla="*/ 93751 w 908632"/>
              <a:gd name="connsiteY2" fmla="*/ 690641 h 691355"/>
              <a:gd name="connsiteX3" fmla="*/ 848608 w 908632"/>
              <a:gd name="connsiteY3" fmla="*/ 685878 h 691355"/>
              <a:gd name="connsiteX4" fmla="*/ 908139 w 908632"/>
              <a:gd name="connsiteY4" fmla="*/ 578722 h 691355"/>
              <a:gd name="connsiteX5" fmla="*/ 898614 w 908632"/>
              <a:gd name="connsiteY5" fmla="*/ 66753 h 691355"/>
              <a:gd name="connsiteX6" fmla="*/ 829557 w 908632"/>
              <a:gd name="connsiteY6" fmla="*/ 14365 h 691355"/>
              <a:gd name="connsiteX7" fmla="*/ 46126 w 908632"/>
              <a:gd name="connsiteY7" fmla="*/ 276303 h 691355"/>
              <a:gd name="connsiteX8" fmla="*/ 882 w 908632"/>
              <a:gd name="connsiteY8" fmla="*/ 385842 h 691355"/>
              <a:gd name="connsiteX0" fmla="*/ 882 w 908632"/>
              <a:gd name="connsiteY0" fmla="*/ 385842 h 690641"/>
              <a:gd name="connsiteX1" fmla="*/ 882 w 908632"/>
              <a:gd name="connsiteY1" fmla="*/ 595390 h 690641"/>
              <a:gd name="connsiteX2" fmla="*/ 93751 w 908632"/>
              <a:gd name="connsiteY2" fmla="*/ 690641 h 690641"/>
              <a:gd name="connsiteX3" fmla="*/ 848608 w 908632"/>
              <a:gd name="connsiteY3" fmla="*/ 685878 h 690641"/>
              <a:gd name="connsiteX4" fmla="*/ 908139 w 908632"/>
              <a:gd name="connsiteY4" fmla="*/ 578722 h 690641"/>
              <a:gd name="connsiteX5" fmla="*/ 898614 w 908632"/>
              <a:gd name="connsiteY5" fmla="*/ 66753 h 690641"/>
              <a:gd name="connsiteX6" fmla="*/ 829557 w 908632"/>
              <a:gd name="connsiteY6" fmla="*/ 14365 h 690641"/>
              <a:gd name="connsiteX7" fmla="*/ 46126 w 908632"/>
              <a:gd name="connsiteY7" fmla="*/ 276303 h 690641"/>
              <a:gd name="connsiteX8" fmla="*/ 882 w 908632"/>
              <a:gd name="connsiteY8" fmla="*/ 385842 h 690641"/>
              <a:gd name="connsiteX0" fmla="*/ 655 w 908405"/>
              <a:gd name="connsiteY0" fmla="*/ 385842 h 690641"/>
              <a:gd name="connsiteX1" fmla="*/ 655 w 908405"/>
              <a:gd name="connsiteY1" fmla="*/ 595390 h 690641"/>
              <a:gd name="connsiteX2" fmla="*/ 112574 w 908405"/>
              <a:gd name="connsiteY2" fmla="*/ 690641 h 690641"/>
              <a:gd name="connsiteX3" fmla="*/ 848381 w 908405"/>
              <a:gd name="connsiteY3" fmla="*/ 685878 h 690641"/>
              <a:gd name="connsiteX4" fmla="*/ 907912 w 908405"/>
              <a:gd name="connsiteY4" fmla="*/ 578722 h 690641"/>
              <a:gd name="connsiteX5" fmla="*/ 898387 w 908405"/>
              <a:gd name="connsiteY5" fmla="*/ 66753 h 690641"/>
              <a:gd name="connsiteX6" fmla="*/ 829330 w 908405"/>
              <a:gd name="connsiteY6" fmla="*/ 14365 h 690641"/>
              <a:gd name="connsiteX7" fmla="*/ 45899 w 908405"/>
              <a:gd name="connsiteY7" fmla="*/ 276303 h 690641"/>
              <a:gd name="connsiteX8" fmla="*/ 655 w 908405"/>
              <a:gd name="connsiteY8" fmla="*/ 385842 h 690641"/>
              <a:gd name="connsiteX0" fmla="*/ 807 w 908557"/>
              <a:gd name="connsiteY0" fmla="*/ 385842 h 692203"/>
              <a:gd name="connsiteX1" fmla="*/ 807 w 908557"/>
              <a:gd name="connsiteY1" fmla="*/ 595390 h 692203"/>
              <a:gd name="connsiteX2" fmla="*/ 112726 w 908557"/>
              <a:gd name="connsiteY2" fmla="*/ 690641 h 692203"/>
              <a:gd name="connsiteX3" fmla="*/ 848533 w 908557"/>
              <a:gd name="connsiteY3" fmla="*/ 685878 h 692203"/>
              <a:gd name="connsiteX4" fmla="*/ 908064 w 908557"/>
              <a:gd name="connsiteY4" fmla="*/ 578722 h 692203"/>
              <a:gd name="connsiteX5" fmla="*/ 898539 w 908557"/>
              <a:gd name="connsiteY5" fmla="*/ 66753 h 692203"/>
              <a:gd name="connsiteX6" fmla="*/ 829482 w 908557"/>
              <a:gd name="connsiteY6" fmla="*/ 14365 h 692203"/>
              <a:gd name="connsiteX7" fmla="*/ 46051 w 908557"/>
              <a:gd name="connsiteY7" fmla="*/ 276303 h 692203"/>
              <a:gd name="connsiteX8" fmla="*/ 807 w 908557"/>
              <a:gd name="connsiteY8" fmla="*/ 385842 h 692203"/>
              <a:gd name="connsiteX0" fmla="*/ 699 w 908449"/>
              <a:gd name="connsiteY0" fmla="*/ 385842 h 692203"/>
              <a:gd name="connsiteX1" fmla="*/ 699 w 908449"/>
              <a:gd name="connsiteY1" fmla="*/ 595390 h 692203"/>
              <a:gd name="connsiteX2" fmla="*/ 112618 w 908449"/>
              <a:gd name="connsiteY2" fmla="*/ 690641 h 692203"/>
              <a:gd name="connsiteX3" fmla="*/ 848425 w 908449"/>
              <a:gd name="connsiteY3" fmla="*/ 685878 h 692203"/>
              <a:gd name="connsiteX4" fmla="*/ 907956 w 908449"/>
              <a:gd name="connsiteY4" fmla="*/ 578722 h 692203"/>
              <a:gd name="connsiteX5" fmla="*/ 898431 w 908449"/>
              <a:gd name="connsiteY5" fmla="*/ 66753 h 692203"/>
              <a:gd name="connsiteX6" fmla="*/ 829374 w 908449"/>
              <a:gd name="connsiteY6" fmla="*/ 14365 h 692203"/>
              <a:gd name="connsiteX7" fmla="*/ 45943 w 908449"/>
              <a:gd name="connsiteY7" fmla="*/ 276303 h 692203"/>
              <a:gd name="connsiteX8" fmla="*/ 699 w 908449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0534"/>
              <a:gd name="connsiteY0" fmla="*/ 386399 h 692760"/>
              <a:gd name="connsiteX1" fmla="*/ 699 w 910534"/>
              <a:gd name="connsiteY1" fmla="*/ 595947 h 692760"/>
              <a:gd name="connsiteX2" fmla="*/ 112618 w 910534"/>
              <a:gd name="connsiteY2" fmla="*/ 691198 h 692760"/>
              <a:gd name="connsiteX3" fmla="*/ 848425 w 910534"/>
              <a:gd name="connsiteY3" fmla="*/ 686435 h 692760"/>
              <a:gd name="connsiteX4" fmla="*/ 907956 w 910534"/>
              <a:gd name="connsiteY4" fmla="*/ 579279 h 692760"/>
              <a:gd name="connsiteX5" fmla="*/ 910534 w 910534"/>
              <a:gd name="connsiteY5" fmla="*/ 67310 h 692760"/>
              <a:gd name="connsiteX6" fmla="*/ 829374 w 910534"/>
              <a:gd name="connsiteY6" fmla="*/ 14922 h 692760"/>
              <a:gd name="connsiteX7" fmla="*/ 45943 w 910534"/>
              <a:gd name="connsiteY7" fmla="*/ 276860 h 692760"/>
              <a:gd name="connsiteX8" fmla="*/ 699 w 910534"/>
              <a:gd name="connsiteY8" fmla="*/ 386399 h 692760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264 w 910099"/>
              <a:gd name="connsiteY0" fmla="*/ 384791 h 691326"/>
              <a:gd name="connsiteX1" fmla="*/ 264 w 910099"/>
              <a:gd name="connsiteY1" fmla="*/ 594339 h 691326"/>
              <a:gd name="connsiteX2" fmla="*/ 112183 w 910099"/>
              <a:gd name="connsiteY2" fmla="*/ 689590 h 691326"/>
              <a:gd name="connsiteX3" fmla="*/ 847990 w 910099"/>
              <a:gd name="connsiteY3" fmla="*/ 684827 h 691326"/>
              <a:gd name="connsiteX4" fmla="*/ 907521 w 910099"/>
              <a:gd name="connsiteY4" fmla="*/ 577671 h 691326"/>
              <a:gd name="connsiteX5" fmla="*/ 910099 w 910099"/>
              <a:gd name="connsiteY5" fmla="*/ 65702 h 691326"/>
              <a:gd name="connsiteX6" fmla="*/ 828939 w 910099"/>
              <a:gd name="connsiteY6" fmla="*/ 13314 h 691326"/>
              <a:gd name="connsiteX7" fmla="*/ 45508 w 910099"/>
              <a:gd name="connsiteY7" fmla="*/ 275252 h 691326"/>
              <a:gd name="connsiteX8" fmla="*/ 264 w 910099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365 w 910200"/>
              <a:gd name="connsiteY0" fmla="*/ 384791 h 691326"/>
              <a:gd name="connsiteX1" fmla="*/ 365 w 910200"/>
              <a:gd name="connsiteY1" fmla="*/ 594339 h 691326"/>
              <a:gd name="connsiteX2" fmla="*/ 112284 w 910200"/>
              <a:gd name="connsiteY2" fmla="*/ 689590 h 691326"/>
              <a:gd name="connsiteX3" fmla="*/ 848091 w 910200"/>
              <a:gd name="connsiteY3" fmla="*/ 684827 h 691326"/>
              <a:gd name="connsiteX4" fmla="*/ 907622 w 910200"/>
              <a:gd name="connsiteY4" fmla="*/ 577671 h 691326"/>
              <a:gd name="connsiteX5" fmla="*/ 910200 w 910200"/>
              <a:gd name="connsiteY5" fmla="*/ 65702 h 691326"/>
              <a:gd name="connsiteX6" fmla="*/ 829040 w 910200"/>
              <a:gd name="connsiteY6" fmla="*/ 13314 h 691326"/>
              <a:gd name="connsiteX7" fmla="*/ 45609 w 910200"/>
              <a:gd name="connsiteY7" fmla="*/ 275252 h 691326"/>
              <a:gd name="connsiteX8" fmla="*/ 365 w 910200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60014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89590"/>
              <a:gd name="connsiteX1" fmla="*/ 0 w 909835"/>
              <a:gd name="connsiteY1" fmla="*/ 594339 h 689590"/>
              <a:gd name="connsiteX2" fmla="*/ 60014 w 909835"/>
              <a:gd name="connsiteY2" fmla="*/ 689590 h 689590"/>
              <a:gd name="connsiteX3" fmla="*/ 847726 w 909835"/>
              <a:gd name="connsiteY3" fmla="*/ 684827 h 689590"/>
              <a:gd name="connsiteX4" fmla="*/ 907257 w 909835"/>
              <a:gd name="connsiteY4" fmla="*/ 577671 h 689590"/>
              <a:gd name="connsiteX5" fmla="*/ 909835 w 909835"/>
              <a:gd name="connsiteY5" fmla="*/ 65702 h 689590"/>
              <a:gd name="connsiteX6" fmla="*/ 828675 w 909835"/>
              <a:gd name="connsiteY6" fmla="*/ 13314 h 689590"/>
              <a:gd name="connsiteX7" fmla="*/ 45244 w 909835"/>
              <a:gd name="connsiteY7" fmla="*/ 275252 h 689590"/>
              <a:gd name="connsiteX8" fmla="*/ 0 w 909835"/>
              <a:gd name="connsiteY8" fmla="*/ 384791 h 689590"/>
              <a:gd name="connsiteX0" fmla="*/ 0 w 909835"/>
              <a:gd name="connsiteY0" fmla="*/ 384791 h 690195"/>
              <a:gd name="connsiteX1" fmla="*/ 0 w 909835"/>
              <a:gd name="connsiteY1" fmla="*/ 594339 h 690195"/>
              <a:gd name="connsiteX2" fmla="*/ 60014 w 909835"/>
              <a:gd name="connsiteY2" fmla="*/ 689590 h 690195"/>
              <a:gd name="connsiteX3" fmla="*/ 847726 w 909835"/>
              <a:gd name="connsiteY3" fmla="*/ 684827 h 690195"/>
              <a:gd name="connsiteX4" fmla="*/ 907257 w 909835"/>
              <a:gd name="connsiteY4" fmla="*/ 577671 h 690195"/>
              <a:gd name="connsiteX5" fmla="*/ 909835 w 909835"/>
              <a:gd name="connsiteY5" fmla="*/ 65702 h 690195"/>
              <a:gd name="connsiteX6" fmla="*/ 828675 w 909835"/>
              <a:gd name="connsiteY6" fmla="*/ 13314 h 690195"/>
              <a:gd name="connsiteX7" fmla="*/ 45244 w 909835"/>
              <a:gd name="connsiteY7" fmla="*/ 275252 h 690195"/>
              <a:gd name="connsiteX8" fmla="*/ 0 w 909835"/>
              <a:gd name="connsiteY8" fmla="*/ 384791 h 690195"/>
              <a:gd name="connsiteX0" fmla="*/ 0 w 909835"/>
              <a:gd name="connsiteY0" fmla="*/ 384791 h 689590"/>
              <a:gd name="connsiteX1" fmla="*/ 0 w 909835"/>
              <a:gd name="connsiteY1" fmla="*/ 580458 h 689590"/>
              <a:gd name="connsiteX2" fmla="*/ 60014 w 909835"/>
              <a:gd name="connsiteY2" fmla="*/ 689590 h 689590"/>
              <a:gd name="connsiteX3" fmla="*/ 847726 w 909835"/>
              <a:gd name="connsiteY3" fmla="*/ 684827 h 689590"/>
              <a:gd name="connsiteX4" fmla="*/ 907257 w 909835"/>
              <a:gd name="connsiteY4" fmla="*/ 577671 h 689590"/>
              <a:gd name="connsiteX5" fmla="*/ 909835 w 909835"/>
              <a:gd name="connsiteY5" fmla="*/ 65702 h 689590"/>
              <a:gd name="connsiteX6" fmla="*/ 828675 w 909835"/>
              <a:gd name="connsiteY6" fmla="*/ 13314 h 689590"/>
              <a:gd name="connsiteX7" fmla="*/ 45244 w 909835"/>
              <a:gd name="connsiteY7" fmla="*/ 275252 h 689590"/>
              <a:gd name="connsiteX8" fmla="*/ 0 w 909835"/>
              <a:gd name="connsiteY8" fmla="*/ 384791 h 689590"/>
              <a:gd name="connsiteX0" fmla="*/ 0 w 909835"/>
              <a:gd name="connsiteY0" fmla="*/ 388381 h 693180"/>
              <a:gd name="connsiteX1" fmla="*/ 0 w 909835"/>
              <a:gd name="connsiteY1" fmla="*/ 584048 h 693180"/>
              <a:gd name="connsiteX2" fmla="*/ 60014 w 909835"/>
              <a:gd name="connsiteY2" fmla="*/ 693180 h 693180"/>
              <a:gd name="connsiteX3" fmla="*/ 847726 w 909835"/>
              <a:gd name="connsiteY3" fmla="*/ 688417 h 693180"/>
              <a:gd name="connsiteX4" fmla="*/ 907257 w 909835"/>
              <a:gd name="connsiteY4" fmla="*/ 581261 h 693180"/>
              <a:gd name="connsiteX5" fmla="*/ 909835 w 909835"/>
              <a:gd name="connsiteY5" fmla="*/ 69292 h 693180"/>
              <a:gd name="connsiteX6" fmla="*/ 845679 w 909835"/>
              <a:gd name="connsiteY6" fmla="*/ 11351 h 693180"/>
              <a:gd name="connsiteX7" fmla="*/ 45244 w 909835"/>
              <a:gd name="connsiteY7" fmla="*/ 278842 h 693180"/>
              <a:gd name="connsiteX8" fmla="*/ 0 w 909835"/>
              <a:gd name="connsiteY8" fmla="*/ 388381 h 693180"/>
              <a:gd name="connsiteX0" fmla="*/ 0 w 909835"/>
              <a:gd name="connsiteY0" fmla="*/ 388381 h 693180"/>
              <a:gd name="connsiteX1" fmla="*/ 0 w 909835"/>
              <a:gd name="connsiteY1" fmla="*/ 584048 h 693180"/>
              <a:gd name="connsiteX2" fmla="*/ 60014 w 909835"/>
              <a:gd name="connsiteY2" fmla="*/ 693180 h 693180"/>
              <a:gd name="connsiteX3" fmla="*/ 847726 w 909835"/>
              <a:gd name="connsiteY3" fmla="*/ 688417 h 693180"/>
              <a:gd name="connsiteX4" fmla="*/ 907257 w 909835"/>
              <a:gd name="connsiteY4" fmla="*/ 581261 h 693180"/>
              <a:gd name="connsiteX5" fmla="*/ 909835 w 909835"/>
              <a:gd name="connsiteY5" fmla="*/ 69292 h 693180"/>
              <a:gd name="connsiteX6" fmla="*/ 845679 w 909835"/>
              <a:gd name="connsiteY6" fmla="*/ 11351 h 693180"/>
              <a:gd name="connsiteX7" fmla="*/ 45244 w 909835"/>
              <a:gd name="connsiteY7" fmla="*/ 278842 h 693180"/>
              <a:gd name="connsiteX8" fmla="*/ 0 w 909835"/>
              <a:gd name="connsiteY8" fmla="*/ 388381 h 693180"/>
              <a:gd name="connsiteX0" fmla="*/ 0 w 909835"/>
              <a:gd name="connsiteY0" fmla="*/ 387170 h 691969"/>
              <a:gd name="connsiteX1" fmla="*/ 0 w 909835"/>
              <a:gd name="connsiteY1" fmla="*/ 582837 h 691969"/>
              <a:gd name="connsiteX2" fmla="*/ 60014 w 909835"/>
              <a:gd name="connsiteY2" fmla="*/ 691969 h 691969"/>
              <a:gd name="connsiteX3" fmla="*/ 847726 w 909835"/>
              <a:gd name="connsiteY3" fmla="*/ 687206 h 691969"/>
              <a:gd name="connsiteX4" fmla="*/ 907257 w 909835"/>
              <a:gd name="connsiteY4" fmla="*/ 580050 h 691969"/>
              <a:gd name="connsiteX5" fmla="*/ 909835 w 909835"/>
              <a:gd name="connsiteY5" fmla="*/ 68081 h 691969"/>
              <a:gd name="connsiteX6" fmla="*/ 845679 w 909835"/>
              <a:gd name="connsiteY6" fmla="*/ 10140 h 691969"/>
              <a:gd name="connsiteX7" fmla="*/ 45244 w 909835"/>
              <a:gd name="connsiteY7" fmla="*/ 277631 h 691969"/>
              <a:gd name="connsiteX8" fmla="*/ 0 w 909835"/>
              <a:gd name="connsiteY8" fmla="*/ 387170 h 691969"/>
              <a:gd name="connsiteX0" fmla="*/ 0 w 909835"/>
              <a:gd name="connsiteY0" fmla="*/ 387170 h 691969"/>
              <a:gd name="connsiteX1" fmla="*/ 0 w 909835"/>
              <a:gd name="connsiteY1" fmla="*/ 582837 h 691969"/>
              <a:gd name="connsiteX2" fmla="*/ 60014 w 909835"/>
              <a:gd name="connsiteY2" fmla="*/ 691969 h 691969"/>
              <a:gd name="connsiteX3" fmla="*/ 847726 w 909835"/>
              <a:gd name="connsiteY3" fmla="*/ 687206 h 691969"/>
              <a:gd name="connsiteX4" fmla="*/ 907257 w 909835"/>
              <a:gd name="connsiteY4" fmla="*/ 580050 h 691969"/>
              <a:gd name="connsiteX5" fmla="*/ 909835 w 909835"/>
              <a:gd name="connsiteY5" fmla="*/ 68081 h 691969"/>
              <a:gd name="connsiteX6" fmla="*/ 845679 w 909835"/>
              <a:gd name="connsiteY6" fmla="*/ 10140 h 691969"/>
              <a:gd name="connsiteX7" fmla="*/ 45244 w 909835"/>
              <a:gd name="connsiteY7" fmla="*/ 277631 h 691969"/>
              <a:gd name="connsiteX8" fmla="*/ 0 w 909835"/>
              <a:gd name="connsiteY8" fmla="*/ 387170 h 691969"/>
              <a:gd name="connsiteX0" fmla="*/ 0 w 909835"/>
              <a:gd name="connsiteY0" fmla="*/ 387170 h 691969"/>
              <a:gd name="connsiteX1" fmla="*/ 0 w 909835"/>
              <a:gd name="connsiteY1" fmla="*/ 582837 h 691969"/>
              <a:gd name="connsiteX2" fmla="*/ 60014 w 909835"/>
              <a:gd name="connsiteY2" fmla="*/ 691969 h 691969"/>
              <a:gd name="connsiteX3" fmla="*/ 847726 w 909835"/>
              <a:gd name="connsiteY3" fmla="*/ 687206 h 691969"/>
              <a:gd name="connsiteX4" fmla="*/ 907257 w 909835"/>
              <a:gd name="connsiteY4" fmla="*/ 580050 h 691969"/>
              <a:gd name="connsiteX5" fmla="*/ 909835 w 909835"/>
              <a:gd name="connsiteY5" fmla="*/ 68081 h 691969"/>
              <a:gd name="connsiteX6" fmla="*/ 845679 w 909835"/>
              <a:gd name="connsiteY6" fmla="*/ 10140 h 691969"/>
              <a:gd name="connsiteX7" fmla="*/ 45244 w 909835"/>
              <a:gd name="connsiteY7" fmla="*/ 277631 h 691969"/>
              <a:gd name="connsiteX8" fmla="*/ 0 w 909835"/>
              <a:gd name="connsiteY8" fmla="*/ 387170 h 691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9835" h="691969">
                <a:moveTo>
                  <a:pt x="0" y="387170"/>
                </a:moveTo>
                <a:lnTo>
                  <a:pt x="0" y="582837"/>
                </a:lnTo>
                <a:cubicBezTo>
                  <a:pt x="314" y="693790"/>
                  <a:pt x="2172" y="691574"/>
                  <a:pt x="60014" y="691969"/>
                </a:cubicBezTo>
                <a:lnTo>
                  <a:pt x="847726" y="687206"/>
                </a:lnTo>
                <a:cubicBezTo>
                  <a:pt x="901495" y="687412"/>
                  <a:pt x="901708" y="648353"/>
                  <a:pt x="907257" y="580050"/>
                </a:cubicBezTo>
                <a:cubicBezTo>
                  <a:pt x="908116" y="409394"/>
                  <a:pt x="908976" y="238737"/>
                  <a:pt x="909835" y="68081"/>
                </a:cubicBezTo>
                <a:cubicBezTo>
                  <a:pt x="906309" y="-20324"/>
                  <a:pt x="891944" y="-1567"/>
                  <a:pt x="845679" y="10140"/>
                </a:cubicBezTo>
                <a:lnTo>
                  <a:pt x="45244" y="277631"/>
                </a:lnTo>
                <a:cubicBezTo>
                  <a:pt x="-3528" y="296576"/>
                  <a:pt x="701" y="315148"/>
                  <a:pt x="0" y="38717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2168525" y="4609503"/>
            <a:ext cx="6315075" cy="6175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a-RU" dirty="0"/>
              <a:t>П</a:t>
            </a:r>
            <a:r>
              <a:rPr lang="ru-RU" dirty="0" err="1"/>
              <a:t>одзаголовок</a:t>
            </a:r>
            <a:endParaRPr lang="ru-RU" dirty="0"/>
          </a:p>
        </p:txBody>
      </p:sp>
      <p:sp>
        <p:nvSpPr>
          <p:cNvPr id="21" name="Подзаголовок 2"/>
          <p:cNvSpPr txBox="1">
            <a:spLocks/>
          </p:cNvSpPr>
          <p:nvPr userDrawn="1"/>
        </p:nvSpPr>
        <p:spPr>
          <a:xfrm>
            <a:off x="10764611" y="6198688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tx1"/>
                </a:solidFill>
              </a:rPr>
              <a:t>uust.ru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22" name="Прямая соединительная линия 21"/>
          <p:cNvCxnSpPr/>
          <p:nvPr userDrawn="1"/>
        </p:nvCxnSpPr>
        <p:spPr>
          <a:xfrm flipH="1">
            <a:off x="10764611" y="6580776"/>
            <a:ext cx="1427389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7E17F2-3CC4-B00E-27FE-B100C036B91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4341" y="490752"/>
            <a:ext cx="2422612" cy="50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52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249890" y="6241143"/>
            <a:ext cx="11601451" cy="39188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одзаголовок 2"/>
          <p:cNvSpPr txBox="1">
            <a:spLocks/>
          </p:cNvSpPr>
          <p:nvPr userDrawn="1"/>
        </p:nvSpPr>
        <p:spPr>
          <a:xfrm>
            <a:off x="10764611" y="6246586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590548" y="2119745"/>
            <a:ext cx="11106152" cy="3857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13" name="Текст 4"/>
          <p:cNvSpPr>
            <a:spLocks noGrp="1"/>
          </p:cNvSpPr>
          <p:nvPr>
            <p:ph type="body" sz="quarter" idx="13" hasCustomPrompt="1"/>
          </p:nvPr>
        </p:nvSpPr>
        <p:spPr>
          <a:xfrm>
            <a:off x="590268" y="1269546"/>
            <a:ext cx="11106432" cy="5865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13A6F7-2742-3083-E2DC-794A5C5D8D1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4341" y="490752"/>
            <a:ext cx="2422612" cy="509211"/>
          </a:xfrm>
          <a:prstGeom prst="rect">
            <a:avLst/>
          </a:prstGeom>
        </p:spPr>
      </p:pic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C0CCBB3D-6731-49C7-EAE6-824574790335}"/>
              </a:ext>
            </a:extLst>
          </p:cNvPr>
          <p:cNvSpPr txBox="1">
            <a:spLocks/>
          </p:cNvSpPr>
          <p:nvPr userDrawn="1"/>
        </p:nvSpPr>
        <p:spPr>
          <a:xfrm>
            <a:off x="764341" y="6242216"/>
            <a:ext cx="3716219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000" dirty="0">
              <a:solidFill>
                <a:schemeClr val="bg2">
                  <a:lumMod val="75000"/>
                </a:schemeClr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7605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417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C17C9070-C464-2FE9-FC8A-0ECE847FF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007" y="2394022"/>
            <a:ext cx="9189720" cy="1452969"/>
          </a:xfrm>
        </p:spPr>
        <p:txBody>
          <a:bodyPr>
            <a:noAutofit/>
          </a:bodyPr>
          <a:lstStyle/>
          <a:p>
            <a:pPr algn="ctr"/>
            <a:r>
              <a:rPr lang="ru-RU" sz="3200" dirty="0"/>
              <a:t>МАТЕМАТИЧЕСКОЕ И ПРОГРАММНОЕ ОБЕСПЕЧЕНИЕ ДЛЯ ПРОГНОЗИРОВАНИЯ СВОЙСТВ МЕДИЦИНСКИХ КОМПОЗИЦИОННЫХ МАТЕРИАЛОВ</a:t>
            </a:r>
          </a:p>
        </p:txBody>
      </p:sp>
      <p:sp>
        <p:nvSpPr>
          <p:cNvPr id="9" name="Подзаголовок 8">
            <a:extLst>
              <a:ext uri="{FF2B5EF4-FFF2-40B4-BE49-F238E27FC236}">
                <a16:creationId xmlns:a16="http://schemas.microsoft.com/office/drawing/2014/main" id="{891DC945-4E83-0D2D-5943-1DE9F0383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2033" y="4233293"/>
            <a:ext cx="7606411" cy="145296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dirty="0">
                <a:latin typeface="Golos Text" panose="020B0503020202020204" pitchFamily="34" charset="0"/>
                <a:ea typeface="Golos Text" panose="020B0503020202020204" pitchFamily="34" charset="0"/>
              </a:rPr>
              <a:t>Докладчик: студент группы МО-425Б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dirty="0">
                <a:latin typeface="Golos Text" panose="020B0503020202020204" pitchFamily="34" charset="0"/>
                <a:ea typeface="Golos Text" panose="020B0503020202020204" pitchFamily="34" charset="0"/>
              </a:rPr>
              <a:t>Шарыгин М.С.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dirty="0">
                <a:latin typeface="Golos Text" panose="020B0503020202020204" pitchFamily="34" charset="0"/>
                <a:ea typeface="Golos Text" panose="020B0503020202020204" pitchFamily="34" charset="0"/>
              </a:rPr>
              <a:t>Руководитель: к.т.н., доцент кафедры ВМиК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dirty="0" err="1">
                <a:latin typeface="Golos Text" panose="020B0503020202020204" pitchFamily="34" charset="0"/>
                <a:ea typeface="Golos Text" panose="020B0503020202020204" pitchFamily="34" charset="0"/>
              </a:rPr>
              <a:t>Нургаянова</a:t>
            </a:r>
            <a:r>
              <a:rPr lang="ru-RU" sz="2000" dirty="0">
                <a:latin typeface="Golos Text" panose="020B0503020202020204" pitchFamily="34" charset="0"/>
                <a:ea typeface="Golos Text" panose="020B0503020202020204" pitchFamily="34" charset="0"/>
              </a:rPr>
              <a:t> О.С.</a:t>
            </a:r>
          </a:p>
        </p:txBody>
      </p:sp>
    </p:spTree>
    <p:extLst>
      <p:ext uri="{BB962C8B-B14F-4D97-AF65-F5344CB8AC3E}">
        <p14:creationId xmlns:p14="http://schemas.microsoft.com/office/powerpoint/2010/main" val="245191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Актуальность</a:t>
            </a:r>
            <a:endParaRPr 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1009376" y="6272784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701" y="1291206"/>
            <a:ext cx="11599477" cy="466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Потребность стоматологии в ускорении разработки новых материалов с заданными свойствами для имплантатов, коронок, пломб и прочих конструкций;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Экономическая целесообразность – снижение затрат на проведение экспериментов за счёт предварительного компьютерного прогнозирования;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Уровень исследования вопроса – отсутствие открытых и доступных программных решений для прогнозирования свойств именно медицинских сплавов с возможностью интерактивного ввода состава и получения прогноза по нескольким свойствам одновременно;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Наличие экспериментальной базы сплавов – для исследования доступна ранее не использованная для данной темы выборка из 220 образцов, позволяющая обучать и сравнивать модели машинного обучения.</a:t>
            </a:r>
          </a:p>
        </p:txBody>
      </p:sp>
    </p:spTree>
    <p:extLst>
      <p:ext uri="{BB962C8B-B14F-4D97-AF65-F5344CB8AC3E}">
        <p14:creationId xmlns:p14="http://schemas.microsoft.com/office/powerpoint/2010/main" val="411466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77A18-030E-B160-8646-BD41CD4B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A214BF-A1A0-A74C-8EB0-4306CE3B484E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Цель и задачи ВКР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71CEA4-6AA8-3945-87CF-4FB611FDB4BD}"/>
              </a:ext>
            </a:extLst>
          </p:cNvPr>
          <p:cNvSpPr txBox="1"/>
          <p:nvPr/>
        </p:nvSpPr>
        <p:spPr>
          <a:xfrm>
            <a:off x="11009376" y="6272784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AB9A23-E01F-3387-A647-13C49F067BB5}"/>
              </a:ext>
            </a:extLst>
          </p:cNvPr>
          <p:cNvSpPr txBox="1"/>
          <p:nvPr/>
        </p:nvSpPr>
        <p:spPr>
          <a:xfrm>
            <a:off x="266701" y="1291206"/>
            <a:ext cx="11599477" cy="466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</a:rPr>
              <a:t>Цель: </a:t>
            </a:r>
            <a:r>
              <a:rPr lang="ru-RU" sz="2000" dirty="0">
                <a:solidFill>
                  <a:srgbClr val="000000"/>
                </a:solidFill>
              </a:rPr>
              <a:t>разработать математическое и программное обеспечения для прогнозирования свойств медицинских композиционных материалов.</a:t>
            </a:r>
          </a:p>
          <a:p>
            <a:pPr lvl="0" algn="just">
              <a:lnSpc>
                <a:spcPct val="150000"/>
              </a:lnSpc>
            </a:pPr>
            <a:endParaRPr lang="ru-RU" sz="2000" dirty="0">
              <a:solidFill>
                <a:srgbClr val="000000"/>
              </a:solidFill>
            </a:endParaRPr>
          </a:p>
          <a:p>
            <a:pPr lvl="0" algn="just">
              <a:lnSpc>
                <a:spcPct val="150000"/>
              </a:lnSpc>
            </a:pPr>
            <a:r>
              <a:rPr lang="ru-RU" sz="2000" b="1" dirty="0">
                <a:solidFill>
                  <a:srgbClr val="000000"/>
                </a:solidFill>
              </a:rPr>
              <a:t>Задачи:</a:t>
            </a: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</a:rPr>
              <a:t>Проведение анализа предметной области и существующих программных решений для прогнозирования свойств композитов;</a:t>
            </a: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</a:rPr>
              <a:t>Исследование возможных методов для решения задачи регрессии;</a:t>
            </a: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</a:rPr>
              <a:t>Разработка математического, алгоритмического и программного обеспечения прогнозирования;</a:t>
            </a: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</a:rPr>
              <a:t>Проведение вычислительных экспериментов и тестирования разработанного программного обеспечения.</a:t>
            </a:r>
          </a:p>
        </p:txBody>
      </p:sp>
    </p:spTree>
    <p:extLst>
      <p:ext uri="{BB962C8B-B14F-4D97-AF65-F5344CB8AC3E}">
        <p14:creationId xmlns:p14="http://schemas.microsoft.com/office/powerpoint/2010/main" val="2524426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13ADA-954B-AD54-328C-E916C519C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A3458FF-06C5-BBD5-44B3-9A5C0C0FD274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Обзор существующих решений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C273DD-1D4F-FF0B-1291-C62DD343496E}"/>
              </a:ext>
            </a:extLst>
          </p:cNvPr>
          <p:cNvSpPr txBox="1"/>
          <p:nvPr/>
        </p:nvSpPr>
        <p:spPr>
          <a:xfrm>
            <a:off x="11009376" y="6272784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49674A8E-3196-C98F-6B4E-8DB52B5E8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245990"/>
              </p:ext>
            </p:extLst>
          </p:nvPr>
        </p:nvGraphicFramePr>
        <p:xfrm>
          <a:off x="247646" y="1495610"/>
          <a:ext cx="11618532" cy="450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4633">
                  <a:extLst>
                    <a:ext uri="{9D8B030D-6E8A-4147-A177-3AD203B41FA5}">
                      <a16:colId xmlns:a16="http://schemas.microsoft.com/office/drawing/2014/main" val="735470717"/>
                    </a:ext>
                  </a:extLst>
                </a:gridCol>
                <a:gridCol w="2904633">
                  <a:extLst>
                    <a:ext uri="{9D8B030D-6E8A-4147-A177-3AD203B41FA5}">
                      <a16:colId xmlns:a16="http://schemas.microsoft.com/office/drawing/2014/main" val="1874674338"/>
                    </a:ext>
                  </a:extLst>
                </a:gridCol>
                <a:gridCol w="2904633">
                  <a:extLst>
                    <a:ext uri="{9D8B030D-6E8A-4147-A177-3AD203B41FA5}">
                      <a16:colId xmlns:a16="http://schemas.microsoft.com/office/drawing/2014/main" val="3465345347"/>
                    </a:ext>
                  </a:extLst>
                </a:gridCol>
                <a:gridCol w="2904633">
                  <a:extLst>
                    <a:ext uri="{9D8B030D-6E8A-4147-A177-3AD203B41FA5}">
                      <a16:colId xmlns:a16="http://schemas.microsoft.com/office/drawing/2014/main" val="3354629746"/>
                    </a:ext>
                  </a:extLst>
                </a:gridCol>
              </a:tblGrid>
              <a:tr h="57494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Программное решение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Краткое описание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Преимущества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Недостатки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1625711"/>
                  </a:ext>
                </a:extLst>
              </a:tr>
              <a:tr h="5749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JMatPro</a:t>
                      </a:r>
                      <a:endParaRPr lang="ru-RU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Рассчитывает широкий спектр свойств материалов для сплавов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Быстрые и надежные расчеты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простота использования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обширная поддержка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Высокая стоимость лицензии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необходимость владеть специальными знаниями 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337797"/>
                  </a:ext>
                </a:extLst>
              </a:tr>
              <a:tr h="5749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Thermo-Calc</a:t>
                      </a:r>
                      <a:endParaRPr lang="ru-RU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Платформа для </a:t>
                      </a:r>
                      <a:r>
                        <a:rPr lang="ru-RU" sz="2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термо</a:t>
                      </a: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-динамических и кинетических расчётов в материаловедении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Расчёт </a:t>
                      </a: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химических и теплофизических, свойств упругости и прочих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Покупка </a:t>
                      </a: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множества калькуляторов и баз данных материалов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524936"/>
                  </a:ext>
                </a:extLst>
              </a:tr>
              <a:tr h="5749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Ansys</a:t>
                      </a:r>
                      <a:r>
                        <a:rPr lang="ru-RU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GRANTA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 для инженерного анализа и численного моделирования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Обширные базы данных материалов, сплавов и свойств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Стоимость лицензии</a:t>
                      </a:r>
                      <a:r>
                        <a:rPr lang="en-US" sz="2000" dirty="0"/>
                        <a:t>; </a:t>
                      </a:r>
                      <a:r>
                        <a:rPr lang="ru-RU" sz="2000" dirty="0"/>
                        <a:t>сложность применения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89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3300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B2E46-91C2-A9D7-7587-BA0B095CC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379AF35-FB3E-9C1D-2E00-A6FAA35FAC4B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Формальная постановка задачи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5E0EAA-966D-7343-68B9-8851F747B44F}"/>
              </a:ext>
            </a:extLst>
          </p:cNvPr>
          <p:cNvSpPr txBox="1"/>
          <p:nvPr/>
        </p:nvSpPr>
        <p:spPr>
          <a:xfrm>
            <a:off x="11009376" y="6272784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5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7373114-DEE7-9D6C-E745-EACE02B42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312" y="1001104"/>
            <a:ext cx="7781376" cy="485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519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CA62A-B9B3-C0E4-56AC-A0E7774B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B773420-1922-9148-1BC8-779CC3DE53EA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Структура решения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22694E-ADB1-8388-1868-736761EACF12}"/>
              </a:ext>
            </a:extLst>
          </p:cNvPr>
          <p:cNvSpPr txBox="1"/>
          <p:nvPr/>
        </p:nvSpPr>
        <p:spPr>
          <a:xfrm>
            <a:off x="11009376" y="6272784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6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179795E-58AA-7B67-4277-06F7167A3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928" y="931523"/>
            <a:ext cx="8028144" cy="499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841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6EB86-0A4F-316F-E531-AFA8BBDF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5C828DE-4AAE-664C-406A-C8DA5AF2BD34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Математическая модель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E79CE4-1580-F1EC-D06C-80E524F46895}"/>
              </a:ext>
            </a:extLst>
          </p:cNvPr>
          <p:cNvSpPr txBox="1"/>
          <p:nvPr/>
        </p:nvSpPr>
        <p:spPr>
          <a:xfrm>
            <a:off x="11009376" y="6272784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7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208A38-AEBC-A49B-6E0B-42EE9332B640}"/>
                  </a:ext>
                </a:extLst>
              </p:cNvPr>
              <p:cNvSpPr txBox="1"/>
              <p:nvPr/>
            </p:nvSpPr>
            <p:spPr>
              <a:xfrm>
                <a:off x="266701" y="1097841"/>
                <a:ext cx="11599477" cy="5174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000" dirty="0">
                    <a:solidFill>
                      <a:srgbClr val="000000"/>
                    </a:solidFill>
                  </a:rPr>
                  <a:t>Дано:</a:t>
                </a:r>
              </a:p>
              <a:p>
                <a:pPr marL="285750" lvl="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составы материалов – представлены в виде векторов из 21 химического элемента, где каждый элемент имеет массовую долю в процентах: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концентрации элементов: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≥60</m:t>
                    </m:r>
                    <m:r>
                      <a:rPr lang="en-US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≥10</m:t>
                    </m:r>
                    <m:r>
                      <a:rPr lang="en-US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≥0: 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=3, 4, …, 21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,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  <m:e>
                        <m:sSub>
                          <m:sSubPr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;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285750" lvl="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свойства материалов – представлены в виде векторов из 8 свойств: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значения свойств.</a:t>
                </a:r>
              </a:p>
              <a:p>
                <a:pPr algn="just"/>
                <a:r>
                  <a:rPr lang="ru-RU" sz="2000" dirty="0">
                    <a:solidFill>
                      <a:srgbClr val="000000"/>
                    </a:solidFill>
                  </a:rPr>
                  <a:t>Найти: </a:t>
                </a:r>
              </a:p>
              <a:p>
                <a:pPr marL="285750" lvl="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модель – целевая функция, которая переводит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в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с минимальной ошибкой: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;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𝐴𝐸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ru-RU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𝑚𝑖𝑛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, где:</a:t>
                </a:r>
              </a:p>
              <a:p>
                <a:pPr marL="1200150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𝑀𝐴𝐸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– </a:t>
                </a:r>
                <a:r>
                  <a:rPr lang="ru-RU" sz="2000" dirty="0">
                    <a:solidFill>
                      <a:srgbClr val="000000"/>
                    </a:solidFill>
                  </a:rPr>
                  <a:t>средняя абсолютная ошибка</a:t>
                </a:r>
                <a:r>
                  <a:rPr lang="en-US" sz="2000" dirty="0">
                    <a:solidFill>
                      <a:srgbClr val="000000"/>
                    </a:solidFill>
                  </a:rPr>
                  <a:t>,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1200150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реальные значения свойств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-го образца,</a:t>
                </a:r>
              </a:p>
              <a:p>
                <a:pPr marL="1200150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предсказанные значения свойств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-го образца,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состав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-го образца:</a:t>
                </a:r>
              </a:p>
              <a:p>
                <a:pPr marL="1200150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r>
                  <a:rPr lang="ru-RU" sz="2000" dirty="0">
                    <a:solidFill>
                      <a:srgbClr val="000000"/>
                    </a:solidFill>
                  </a:rPr>
                  <a:t>– количество образцов в обучающей выборке.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208A38-AEBC-A49B-6E0B-42EE9332B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1" y="1097841"/>
                <a:ext cx="11599477" cy="5174943"/>
              </a:xfrm>
              <a:prstGeom prst="rect">
                <a:avLst/>
              </a:prstGeom>
              <a:blipFill>
                <a:blip r:embed="rId3"/>
                <a:stretch>
                  <a:fillRect l="-578" t="-589" r="-525" b="-9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7898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5C0AC-2F36-49A4-BF6E-A2B6AFD77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CE9D137-607B-951A-2BD2-764293F03AB1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Множественная линейная регрессия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F2B356-F00C-544D-938F-6A675A264844}"/>
              </a:ext>
            </a:extLst>
          </p:cNvPr>
          <p:cNvSpPr txBox="1"/>
          <p:nvPr/>
        </p:nvSpPr>
        <p:spPr>
          <a:xfrm>
            <a:off x="11009376" y="6272784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8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8013B-14C2-7561-6950-D8B94DBF0CD9}"/>
                  </a:ext>
                </a:extLst>
              </p:cNvPr>
              <p:cNvSpPr txBox="1"/>
              <p:nvPr/>
            </p:nvSpPr>
            <p:spPr>
              <a:xfrm>
                <a:off x="266701" y="1291206"/>
                <a:ext cx="11599477" cy="4089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/>
                <a14:m>
                  <m:oMath xmlns:m="http://schemas.openxmlformats.org/officeDocument/2006/math">
                    <m:r>
                      <a:rPr lang="ru-RU" sz="2000" i="1" smtClean="0">
                        <a:solidFill>
                          <a:srgbClr val="000000"/>
                        </a:solidFill>
                      </a:rPr>
                      <m:t>𝑦</m:t>
                    </m:r>
                    <m:r>
                      <a:rPr lang="ru-RU" sz="2000" i="1" smtClean="0">
                        <a:solidFill>
                          <a:srgbClr val="000000"/>
                        </a:solidFill>
                      </a:rPr>
                      <m:t>=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𝛽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0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</a:rPr>
                      <m:t>+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𝛽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</a:rPr>
                      <m:t>+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𝛽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</a:rPr>
                      <m:t>+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𝛽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𝑛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</a:rPr>
                      <m:t>+</m:t>
                    </m:r>
                    <m:r>
                      <a:rPr lang="en-US" sz="2000" i="1">
                        <a:solidFill>
                          <a:srgbClr val="000000"/>
                        </a:solidFill>
                      </a:rPr>
                      <m:t>𝜀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, где: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</a:rPr>
                      <m:t>,…,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независимые переменные;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– </a:t>
                </a:r>
                <a:r>
                  <a:rPr lang="ru-RU" sz="2000" dirty="0">
                    <a:solidFill>
                      <a:srgbClr val="000000"/>
                    </a:solidFill>
                  </a:rPr>
                  <a:t>зависимая переменная</a:t>
                </a:r>
                <a:r>
                  <a:rPr lang="en-US" sz="2000" dirty="0">
                    <a:solidFill>
                      <a:srgbClr val="000000"/>
                    </a:solidFill>
                  </a:rPr>
                  <a:t>;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– </a:t>
                </a:r>
                <a:r>
                  <a:rPr lang="ru-RU" sz="2000" dirty="0">
                    <a:solidFill>
                      <a:srgbClr val="000000"/>
                    </a:solidFill>
                  </a:rPr>
                  <a:t>свободный член</a:t>
                </a:r>
                <a:r>
                  <a:rPr lang="en-US" sz="2000" dirty="0">
                    <a:solidFill>
                      <a:srgbClr val="000000"/>
                    </a:solidFill>
                  </a:rPr>
                  <a:t>;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𝛽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𝛽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</a:rPr>
                      <m:t>,…,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коэффициенты регрессии;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</a:rPr>
                      <m:t>𝑛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количество независимых переменных</a:t>
                </a:r>
                <a:r>
                  <a:rPr lang="en-US" sz="2000" dirty="0">
                    <a:solidFill>
                      <a:srgbClr val="000000"/>
                    </a:solidFill>
                  </a:rPr>
                  <a:t>;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</a:rPr>
                      <m:t>𝜀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случайная ошибка или шум.</a:t>
                </a:r>
              </a:p>
              <a:p>
                <a:pPr lvl="1" algn="just"/>
                <a:endParaRPr lang="ru-RU" sz="2000" dirty="0">
                  <a:solidFill>
                    <a:srgbClr val="000000"/>
                  </a:solidFill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</a:rPr>
                      <m:t>𝑄</m:t>
                    </m:r>
                    <m:r>
                      <a:rPr lang="ru-RU" sz="2000" i="1">
                        <a:solidFill>
                          <a:srgbClr val="000000"/>
                        </a:solidFill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naryPr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𝑖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=1</m:t>
                        </m:r>
                      </m:sub>
                      <m:sup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𝑘</m:t>
                        </m:r>
                      </m:sup>
                      <m:e>
                        <m:sSup>
                          <m:sSupPr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</m:ctrlPr>
                          </m:sSupPr>
                          <m:e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ru-RU" sz="2000" i="1">
                                    <a:solidFill>
                                      <a:srgbClr val="000000"/>
                                    </a:solidFill>
                                  </a:rPr>
                                </m:ctrlPr>
                              </m:sSubPr>
                              <m:e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sz="2000" i="1">
                                    <a:solidFill>
                                      <a:srgbClr val="000000"/>
                                    </a:solidFill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ru-RU" sz="2000" i="1">
                                        <a:solidFill>
                                          <a:srgbClr val="000000"/>
                                        </a:solidFill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  <m:t>)</m:t>
                            </m:r>
                          </m:e>
                          <m:sup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  <m:t>2</m:t>
                            </m:r>
                          </m:sup>
                        </m:sSup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→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𝑚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𝑖𝑛</m:t>
                        </m:r>
                      </m:e>
                    </m:nary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, где: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</a:rPr>
                      <m:t>𝑄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ошибка – сумма квадратов разностей,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𝑦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– </a:t>
                </a:r>
                <a:r>
                  <a:rPr lang="ru-RU" sz="2000" dirty="0">
                    <a:solidFill>
                      <a:srgbClr val="000000"/>
                    </a:solidFill>
                  </a:rPr>
                  <a:t>фактическое значение</a:t>
                </a:r>
                <a:r>
                  <a:rPr lang="en-US" sz="2000" dirty="0">
                    <a:solidFill>
                      <a:srgbClr val="000000"/>
                    </a:solidFill>
                  </a:rPr>
                  <a:t>,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𝑖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</a:rPr>
                      <m:t>=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𝛽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0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</a:rPr>
                      <m:t>+</m:t>
                    </m:r>
                    <m:r>
                      <a:rPr lang="en-US" sz="2000" i="1">
                        <a:solidFill>
                          <a:srgbClr val="000000"/>
                        </a:solidFill>
                      </a:rPr>
                      <m:t>𝛽</m:t>
                    </m:r>
                    <m:r>
                      <a:rPr lang="en-US" sz="2000" i="1">
                        <a:solidFill>
                          <a:srgbClr val="000000"/>
                        </a:solidFill>
                      </a:rPr>
                      <m:t>𝑥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предсказанное значение,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</a:rPr>
                      <m:t>𝑘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– </a:t>
                </a:r>
                <a:r>
                  <a:rPr lang="ru-RU" sz="2000" dirty="0">
                    <a:solidFill>
                      <a:srgbClr val="000000"/>
                    </a:solidFill>
                  </a:rPr>
                  <a:t>количество значений.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8013B-14C2-7561-6950-D8B94DBF0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1" y="1291206"/>
                <a:ext cx="11599477" cy="4089966"/>
              </a:xfrm>
              <a:prstGeom prst="rect">
                <a:avLst/>
              </a:prstGeom>
              <a:blipFill>
                <a:blip r:embed="rId3"/>
                <a:stretch>
                  <a:fillRect l="-158" t="-894" b="-25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51F3B14-5E59-85A4-706C-8F08DE2B7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153" y="1379220"/>
            <a:ext cx="5915025" cy="409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465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381CD-9B0F-CA39-F28C-A07F40E9B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3ADB8CC-E68C-FBAE-0C5C-9A83129CC36B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Метод опорных векторов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EFE3C3-DBD6-EB55-30CA-9027557D103E}"/>
              </a:ext>
            </a:extLst>
          </p:cNvPr>
          <p:cNvSpPr txBox="1"/>
          <p:nvPr/>
        </p:nvSpPr>
        <p:spPr>
          <a:xfrm>
            <a:off x="11009376" y="6272784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9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F1D2E6-CB63-7B36-9ADF-83A0796E8F07}"/>
                  </a:ext>
                </a:extLst>
              </p:cNvPr>
              <p:cNvSpPr txBox="1"/>
              <p:nvPr/>
            </p:nvSpPr>
            <p:spPr>
              <a:xfrm>
                <a:off x="266701" y="1291206"/>
                <a:ext cx="5162549" cy="5022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/>
                <a14:m>
                  <m:oMath xmlns:m="http://schemas.openxmlformats.org/officeDocument/2006/math">
                    <m:r>
                      <a:rPr lang="ru-RU" sz="2000" i="1" smtClean="0">
                        <a:solidFill>
                          <a:srgbClr val="000000"/>
                        </a:solidFill>
                      </a:rPr>
                      <m:t>𝑄</m:t>
                    </m:r>
                    <m:r>
                      <a:rPr lang="ru-RU" sz="2000" i="1" smtClean="0">
                        <a:solidFill>
                          <a:srgbClr val="000000"/>
                        </a:solidFill>
                      </a:rPr>
                      <m:t>=</m:t>
                    </m:r>
                    <m:r>
                      <a:rPr lang="en-US" sz="2000" i="1">
                        <a:solidFill>
                          <a:srgbClr val="000000"/>
                        </a:solidFill>
                      </a:rPr>
                      <m:t>𝐶</m:t>
                    </m:r>
                    <m:nary>
                      <m:naryPr>
                        <m:chr m:val="∑"/>
                        <m:limLoc m:val="undOvr"/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naryPr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𝑖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000000"/>
                                </a:solidFill>
                              </a:rPr>
                              <m:t>max</m:t>
                            </m:r>
                          </m:fName>
                          <m:e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  <m:t>(0, 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000" i="1">
                                    <a:solidFill>
                                      <a:srgbClr val="000000"/>
                                    </a:solidFill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solidFill>
                                          <a:srgbClr val="000000"/>
                                        </a:solidFill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2000" i="1">
                                        <a:solidFill>
                                          <a:srgbClr val="000000"/>
                                        </a:solidFill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ru-RU" sz="2000" i="1">
                                            <a:solidFill>
                                              <a:srgbClr val="000000"/>
                                            </a:solidFill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  <m:t>−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</a:rPr>
                              <m:t>𝜀</m:t>
                            </m:r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  <m:t>)</m:t>
                            </m:r>
                          </m:e>
                        </m:func>
                      </m:e>
                    </m:nary>
                    <m:r>
                      <a:rPr lang="ru-RU" sz="2000" i="1">
                        <a:solidFill>
                          <a:srgbClr val="000000"/>
                        </a:solidFill>
                      </a:rPr>
                      <m:t>→</m:t>
                    </m:r>
                    <m:r>
                      <a:rPr lang="en-US" sz="2000" i="1">
                        <a:solidFill>
                          <a:srgbClr val="000000"/>
                        </a:solidFill>
                      </a:rPr>
                      <m:t>𝑚𝑖𝑛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, где: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</a:rPr>
                      <m:t>𝑄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ошибка, которая начисляется только за пределами зазора;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</a:rPr>
                      <m:t>𝐶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параметр регуляризации, определяющий силу штрафа за непопадание точки в границы зазора;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</a:rPr>
                      <m:t>𝜀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ширина зазора</a:t>
                </a:r>
                <a:r>
                  <a:rPr lang="en-US" sz="2000" dirty="0">
                    <a:solidFill>
                      <a:srgbClr val="000000"/>
                    </a:solidFill>
                  </a:rPr>
                  <a:t>;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𝑦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– </a:t>
                </a:r>
                <a:r>
                  <a:rPr lang="ru-RU" sz="2000" dirty="0">
                    <a:solidFill>
                      <a:srgbClr val="000000"/>
                    </a:solidFill>
                  </a:rPr>
                  <a:t>фактическое значение</a:t>
                </a:r>
                <a:r>
                  <a:rPr lang="en-US" sz="2000" dirty="0">
                    <a:solidFill>
                      <a:srgbClr val="000000"/>
                    </a:solidFill>
                  </a:rPr>
                  <a:t>;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𝑖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</a:rPr>
                      <m:t>=</m:t>
                    </m:r>
                    <m:sSup>
                      <m:sSup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pPr>
                      <m:e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𝑤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𝑇</m:t>
                        </m:r>
                      </m:sup>
                    </m:sSup>
                    <m:r>
                      <a:rPr lang="en-US" sz="2000" i="1">
                        <a:solidFill>
                          <a:srgbClr val="000000"/>
                        </a:solidFill>
                      </a:rPr>
                      <m:t>𝜙</m:t>
                    </m:r>
                    <m:d>
                      <m:d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ru-RU" sz="2000" i="1">
                        <a:solidFill>
                          <a:srgbClr val="000000"/>
                        </a:solidFill>
                      </a:rPr>
                      <m:t>+</m:t>
                    </m:r>
                    <m:r>
                      <a:rPr lang="en-US" sz="2000" i="1">
                        <a:solidFill>
                          <a:srgbClr val="000000"/>
                        </a:solidFill>
                      </a:rPr>
                      <m:t>𝑏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r>
                  <a:rPr lang="ru-RU" sz="2000" dirty="0">
                    <a:solidFill>
                      <a:srgbClr val="000000"/>
                    </a:solidFill>
                  </a:rPr>
                  <a:t>– предсказанное значение, где:</a:t>
                </a:r>
              </a:p>
              <a:p>
                <a:pPr marL="1200150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</a:rPr>
                      <m:t>𝑤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– </a:t>
                </a:r>
                <a:r>
                  <a:rPr lang="ru-RU" sz="2000" dirty="0">
                    <a:solidFill>
                      <a:srgbClr val="000000"/>
                    </a:solidFill>
                  </a:rPr>
                  <a:t>вектор весов</a:t>
                </a:r>
                <a:r>
                  <a:rPr lang="en-US" sz="2000" dirty="0">
                    <a:solidFill>
                      <a:srgbClr val="000000"/>
                    </a:solidFill>
                  </a:rPr>
                  <a:t>;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1200150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</a:rPr>
                      <m:t>𝜙</m:t>
                    </m:r>
                    <m:d>
                      <m:d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ядро, отображающее признаки из исходного пространства в пространство более высокой размерности;</a:t>
                </a:r>
              </a:p>
              <a:p>
                <a:pPr marL="1200150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</a:rPr>
                      <m:t>𝑏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– </a:t>
                </a:r>
                <a:r>
                  <a:rPr lang="ru-RU" sz="2000" dirty="0">
                    <a:solidFill>
                      <a:srgbClr val="000000"/>
                    </a:solidFill>
                  </a:rPr>
                  <a:t>смещение</a:t>
                </a:r>
                <a:r>
                  <a:rPr lang="en-US" sz="2000" dirty="0">
                    <a:solidFill>
                      <a:srgbClr val="000000"/>
                    </a:solidFill>
                  </a:rPr>
                  <a:t>. </a:t>
                </a:r>
                <a:endParaRPr lang="ru-RU" sz="20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F1D2E6-CB63-7B36-9ADF-83A0796E8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1" y="1291206"/>
                <a:ext cx="5162549" cy="5022272"/>
              </a:xfrm>
              <a:prstGeom prst="rect">
                <a:avLst/>
              </a:prstGeom>
              <a:blipFill>
                <a:blip r:embed="rId3"/>
                <a:stretch>
                  <a:fillRect l="-354" t="-9830" r="-1181" b="-12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191523F-6D09-B1FE-7AE5-B27E94AA3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778" y="1037272"/>
            <a:ext cx="5867400" cy="478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711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23728-7A95-A37C-B314-7F652B0B8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C3E4AC4-9265-44C0-6FEF-A56105C03DBA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Случайный лес (1</a:t>
            </a:r>
            <a:r>
              <a:rPr lang="en-US" sz="2800" dirty="0">
                <a:solidFill>
                  <a:srgbClr val="5412D5"/>
                </a:solidFill>
              </a:rPr>
              <a:t>/3</a:t>
            </a:r>
            <a:r>
              <a:rPr lang="ru-RU" sz="2800" dirty="0">
                <a:solidFill>
                  <a:srgbClr val="5412D5"/>
                </a:solidFill>
              </a:rPr>
              <a:t>)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88BEF2-09B7-6B42-8B14-115F7EE1D232}"/>
              </a:ext>
            </a:extLst>
          </p:cNvPr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10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1FB7FB-0551-7ECB-2CA6-C11A26C70002}"/>
              </a:ext>
            </a:extLst>
          </p:cNvPr>
          <p:cNvSpPr txBox="1"/>
          <p:nvPr/>
        </p:nvSpPr>
        <p:spPr>
          <a:xfrm>
            <a:off x="266701" y="1291206"/>
            <a:ext cx="5505449" cy="466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457200" algn="just"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</a:rPr>
              <a:t>Случайный лес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000000"/>
                </a:solidFill>
              </a:rPr>
              <a:t>– это ансамблевый алгоритм машинного обучения, который основан на построение некоторого количества деревьев решений. Основная идея метода как раз и заключается в использовании комбинации простых моделей – деревьев, которые принимают решения по-отдельности, после чего агрегируются все их ответы: в случае задачи регрессии в качестве агрегации используется среднее арифметическое всех ответов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ru-RU" sz="2400" dirty="0">
              <a:solidFill>
                <a:srgbClr val="000000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8829A55-2B45-9A52-FA70-9E5B0C22E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306" y="1291206"/>
            <a:ext cx="465836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607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E48DD-A6BA-27EF-24CE-A96EAF1CA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BA6D31D-CA11-0A77-5CFD-3C0FD98F2485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Случайный лес</a:t>
            </a:r>
            <a:r>
              <a:rPr lang="en-US" sz="2800" dirty="0">
                <a:solidFill>
                  <a:srgbClr val="5412D5"/>
                </a:solidFill>
              </a:rPr>
              <a:t> (2/3)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3B0992-B949-EAD6-82BD-5088ECFA0EF6}"/>
              </a:ext>
            </a:extLst>
          </p:cNvPr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11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1A140A-846A-DAD9-3DBB-B06E10B4C955}"/>
                  </a:ext>
                </a:extLst>
              </p:cNvPr>
              <p:cNvSpPr txBox="1"/>
              <p:nvPr/>
            </p:nvSpPr>
            <p:spPr>
              <a:xfrm>
                <a:off x="266702" y="1291206"/>
                <a:ext cx="5438774" cy="4808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 algn="just">
                  <a:buFont typeface="+mj-lt"/>
                  <a:buAutoNum type="arabicPeriod"/>
                </a:pPr>
                <a:r>
                  <a:rPr lang="ru-RU" sz="2000" dirty="0">
                    <a:solidFill>
                      <a:srgbClr val="000000"/>
                    </a:solidFill>
                  </a:rPr>
                  <a:t>Построить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</a:rPr>
                      <m:t>𝑁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случайных выборок – поднаборов из исходных данных;</a:t>
                </a:r>
              </a:p>
              <a:p>
                <a:pPr marL="342900" lvl="0" indent="-342900" algn="just">
                  <a:buFont typeface="+mj-lt"/>
                  <a:buAutoNum type="arabicPeriod"/>
                </a:pPr>
                <a:r>
                  <a:rPr lang="ru-RU" sz="2000" dirty="0">
                    <a:solidFill>
                      <a:srgbClr val="000000"/>
                    </a:solidFill>
                  </a:rPr>
                  <a:t>Для каждой выборки построить дерево решений, где для каждого узла: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>
                    <a:solidFill>
                      <a:srgbClr val="000000"/>
                    </a:solidFill>
                  </a:rPr>
                  <a:t>случайно выбрать подмножество из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</a:rPr>
                      <m:t>𝑚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признаков, где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</a:rPr>
                      <m:t>𝑚</m:t>
                    </m:r>
                    <m:r>
                      <a:rPr lang="ru-RU" sz="2000" i="1">
                        <a:solidFill>
                          <a:srgbClr val="000000"/>
                        </a:solidFill>
                      </a:rPr>
                      <m:t>=</m:t>
                    </m:r>
                    <m:f>
                      <m:f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𝑝</m:t>
                        </m:r>
                      </m:num>
                      <m:den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3</m:t>
                        </m:r>
                      </m:den>
                    </m:f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</a:rPr>
                      <m:t>𝑝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общее число признаков), 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>
                    <a:solidFill>
                      <a:srgbClr val="000000"/>
                    </a:solidFill>
                  </a:rPr>
                  <a:t>определить лучший признак и его пороговое значение;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>
                    <a:solidFill>
                      <a:srgbClr val="000000"/>
                    </a:solidFill>
                  </a:rPr>
                  <a:t>разделить узел на два дочерних узла (листа),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>
                    <a:solidFill>
                      <a:srgbClr val="000000"/>
                    </a:solidFill>
                  </a:rPr>
                  <a:t>если выполнены критерии остановки, например, достигнута заданная глубина, то «конец», иначе перейти к «шагу 2» алгоритма.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1A140A-846A-DAD9-3DBB-B06E10B4C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2" y="1291206"/>
                <a:ext cx="5438774" cy="4808496"/>
              </a:xfrm>
              <a:prstGeom prst="rect">
                <a:avLst/>
              </a:prstGeom>
              <a:blipFill>
                <a:blip r:embed="rId3"/>
                <a:stretch>
                  <a:fillRect l="-1233" t="-887" r="-1121" b="-12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76B445A-CDCC-7FAB-1C41-DC6C53F91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781" y="1127125"/>
            <a:ext cx="5937885" cy="460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771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FF5C8-3697-543F-5BCF-BF331D62B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ED56C64-B555-5E92-B754-D097F1EA0AE3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Случайный лес</a:t>
            </a:r>
            <a:r>
              <a:rPr lang="en-US" sz="2800" dirty="0">
                <a:solidFill>
                  <a:srgbClr val="5412D5"/>
                </a:solidFill>
              </a:rPr>
              <a:t> (3/3)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00BE3B-F93D-E4DC-DD92-231F8A83794C}"/>
              </a:ext>
            </a:extLst>
          </p:cNvPr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12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90A155-EFD3-97D2-37E9-F712F02D32E1}"/>
                  </a:ext>
                </a:extLst>
              </p:cNvPr>
              <p:cNvSpPr txBox="1"/>
              <p:nvPr/>
            </p:nvSpPr>
            <p:spPr>
              <a:xfrm>
                <a:off x="266702" y="1291206"/>
                <a:ext cx="5048248" cy="1766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/>
                <a14:m>
                  <m:oMath xmlns:m="http://schemas.openxmlformats.org/officeDocument/2006/math">
                    <m:r>
                      <a:rPr lang="ru-RU" sz="2000" i="1" smtClean="0">
                        <a:solidFill>
                          <a:srgbClr val="000000"/>
                        </a:solidFill>
                      </a:rPr>
                      <m:t>𝑦</m:t>
                    </m:r>
                    <m:r>
                      <a:rPr lang="ru-RU" sz="2000" i="1" smtClean="0">
                        <a:solidFill>
                          <a:srgbClr val="000000"/>
                        </a:solidFill>
                      </a:rPr>
                      <m:t>=</m:t>
                    </m:r>
                    <m:f>
                      <m:f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fPr>
                      <m:num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naryPr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𝑖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</a:rPr>
                              <m:t>𝑖</m:t>
                            </m:r>
                          </m:sub>
                        </m:sSub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(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𝑋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)</m:t>
                        </m:r>
                      </m:e>
                    </m:nary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, где: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– </a:t>
                </a:r>
                <a:r>
                  <a:rPr lang="ru-RU" sz="2000" dirty="0">
                    <a:solidFill>
                      <a:srgbClr val="000000"/>
                    </a:solidFill>
                  </a:rPr>
                  <a:t>значение прогноза</a:t>
                </a:r>
                <a:r>
                  <a:rPr lang="en-US" sz="2000" dirty="0">
                    <a:solidFill>
                      <a:srgbClr val="000000"/>
                    </a:solidFill>
                  </a:rPr>
                  <a:t>;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</a:rPr>
                      <m:t>𝑋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r>
                  <a:rPr lang="ru-RU" sz="2000" dirty="0">
                    <a:solidFill>
                      <a:srgbClr val="000000"/>
                    </a:solidFill>
                  </a:rPr>
                  <a:t>– новый объект</a:t>
                </a:r>
                <a:r>
                  <a:rPr lang="en-US" sz="2000" dirty="0">
                    <a:solidFill>
                      <a:srgbClr val="000000"/>
                    </a:solidFill>
                  </a:rPr>
                  <a:t>;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</a:rPr>
                      <m:t>𝑁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количество деревьев решений</a:t>
                </a:r>
                <a:r>
                  <a:rPr lang="en-US" sz="2000" dirty="0">
                    <a:solidFill>
                      <a:srgbClr val="000000"/>
                    </a:solidFill>
                  </a:rPr>
                  <a:t>;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𝑖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</a:rPr>
                      <m:t>(</m:t>
                    </m:r>
                    <m:r>
                      <a:rPr lang="en-US" sz="2000" i="1">
                        <a:solidFill>
                          <a:srgbClr val="000000"/>
                        </a:solidFill>
                      </a:rPr>
                      <m:t>𝑥</m:t>
                    </m:r>
                    <m:r>
                      <a:rPr lang="ru-RU" sz="2000" i="1">
                        <a:solidFill>
                          <a:srgbClr val="000000"/>
                        </a:solidFill>
                      </a:rPr>
                      <m:t>)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прогноз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</a:rPr>
                      <m:t>𝑖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-го дерева.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90A155-EFD3-97D2-37E9-F712F02D3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2" y="1291206"/>
                <a:ext cx="5048248" cy="1766574"/>
              </a:xfrm>
              <a:prstGeom prst="rect">
                <a:avLst/>
              </a:prstGeom>
              <a:blipFill>
                <a:blip r:embed="rId3"/>
                <a:stretch>
                  <a:fillRect b="-517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E23319C-8318-CB5E-4FD4-7DE1B0279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76" y="1771015"/>
            <a:ext cx="5952490" cy="331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389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D6307-BE78-0151-6489-83AB19F66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2BBD910-327E-4C31-34DB-0CC9A1DE444D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Искусственная нейронная сеть</a:t>
            </a:r>
            <a:r>
              <a:rPr lang="en-US" sz="2800" dirty="0">
                <a:solidFill>
                  <a:srgbClr val="5412D5"/>
                </a:solidFill>
              </a:rPr>
              <a:t> (1/3</a:t>
            </a:r>
            <a:r>
              <a:rPr lang="ru-RU" sz="2800" dirty="0">
                <a:solidFill>
                  <a:srgbClr val="5412D5"/>
                </a:solidFill>
              </a:rPr>
              <a:t>)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C3EBB-9CDE-598A-9377-F8ED74CEFB22}"/>
              </a:ext>
            </a:extLst>
          </p:cNvPr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13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41B7AF-40D3-7CC4-5A8B-2012FFADF9C8}"/>
                  </a:ext>
                </a:extLst>
              </p:cNvPr>
              <p:cNvSpPr txBox="1"/>
              <p:nvPr/>
            </p:nvSpPr>
            <p:spPr>
              <a:xfrm>
                <a:off x="266702" y="1291206"/>
                <a:ext cx="5381624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/>
                <a14:m>
                  <m:oMath xmlns:m="http://schemas.openxmlformats.org/officeDocument/2006/math">
                    <m:r>
                      <a:rPr lang="ru-RU" sz="2000" i="1" smtClean="0">
                        <a:solidFill>
                          <a:srgbClr val="000000"/>
                        </a:solidFill>
                      </a:rPr>
                      <m:t>𝑌</m:t>
                    </m:r>
                    <m:r>
                      <a:rPr lang="en-US" sz="2000" i="1">
                        <a:solidFill>
                          <a:srgbClr val="000000"/>
                        </a:solidFill>
                      </a:rPr>
                      <m:t>=</m:t>
                    </m:r>
                    <m:r>
                      <a:rPr lang="en-US" sz="2000" i="1">
                        <a:solidFill>
                          <a:srgbClr val="000000"/>
                        </a:solidFill>
                      </a:rPr>
                      <m:t>𝐹</m:t>
                    </m:r>
                    <m:r>
                      <a:rPr lang="en-US" sz="2000" i="1">
                        <a:solidFill>
                          <a:srgbClr val="000000"/>
                        </a:solidFill>
                      </a:rPr>
                      <m:t>(</m:t>
                    </m:r>
                    <m:r>
                      <a:rPr lang="en-US" sz="2000" i="1">
                        <a:solidFill>
                          <a:srgbClr val="000000"/>
                        </a:solidFill>
                      </a:rPr>
                      <m:t>𝑆</m:t>
                    </m:r>
                    <m:r>
                      <a:rPr lang="en-US" sz="2000" i="1">
                        <a:solidFill>
                          <a:srgbClr val="000000"/>
                        </a:solidFill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, </a:t>
                </a:r>
                <a:r>
                  <a:rPr lang="ru-RU" sz="2000" dirty="0">
                    <a:solidFill>
                      <a:srgbClr val="000000"/>
                    </a:solidFill>
                  </a:rPr>
                  <a:t>где: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</a:rPr>
                      <m:t>𝑌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– </a:t>
                </a:r>
                <a:r>
                  <a:rPr lang="ru-RU" sz="2000" dirty="0">
                    <a:solidFill>
                      <a:srgbClr val="000000"/>
                    </a:solidFill>
                  </a:rPr>
                  <a:t>выход – результат прогноза</a:t>
                </a:r>
                <a:r>
                  <a:rPr lang="en-US" sz="2000" dirty="0">
                    <a:solidFill>
                      <a:srgbClr val="000000"/>
                    </a:solidFill>
                  </a:rPr>
                  <a:t>;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</a:rPr>
                      <m:t>𝐹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r>
                  <a:rPr lang="ru-RU" sz="2000" dirty="0">
                    <a:solidFill>
                      <a:srgbClr val="000000"/>
                    </a:solidFill>
                  </a:rPr>
                  <a:t>– функция активации</a:t>
                </a:r>
                <a:r>
                  <a:rPr lang="en-US" sz="2000" dirty="0">
                    <a:solidFill>
                      <a:srgbClr val="000000"/>
                    </a:solidFill>
                  </a:rPr>
                  <a:t>;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</a:rPr>
                      <m:t>𝑆</m:t>
                    </m:r>
                    <m:r>
                      <a:rPr lang="ru-RU" sz="2000" i="1">
                        <a:solidFill>
                          <a:srgbClr val="000000"/>
                        </a:solidFill>
                      </a:rPr>
                      <m:t>= </m:t>
                    </m:r>
                    <m:nary>
                      <m:naryPr>
                        <m:chr m:val="∑"/>
                        <m:limLoc m:val="undOvr"/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naryPr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𝑖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</a:rPr>
                              <m:t>𝑖</m:t>
                            </m:r>
                          </m:sub>
                        </m:sSub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+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𝑤𝑥</m:t>
                        </m:r>
                      </m:e>
                    </m:nary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, где:</a:t>
                </a:r>
              </a:p>
              <a:p>
                <a:pPr marL="1200150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– </a:t>
                </a:r>
                <a:r>
                  <a:rPr lang="ru-RU" sz="2000" dirty="0">
                    <a:solidFill>
                      <a:srgbClr val="000000"/>
                    </a:solidFill>
                  </a:rPr>
                  <a:t>взвешенная сумма</a:t>
                </a:r>
                <a:r>
                  <a:rPr lang="en-US" sz="2000" dirty="0">
                    <a:solidFill>
                      <a:srgbClr val="000000"/>
                    </a:solidFill>
                  </a:rPr>
                  <a:t>;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1200150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</a:rPr>
                      <m:t>𝑛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количество входных сигналов</a:t>
                </a:r>
                <a:r>
                  <a:rPr lang="en-US" sz="2000" dirty="0">
                    <a:solidFill>
                      <a:srgbClr val="000000"/>
                    </a:solidFill>
                  </a:rPr>
                  <a:t>;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1200150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</a:rPr>
                      <m:t>𝑖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-</a:t>
                </a:r>
                <a:r>
                  <a:rPr lang="ru-RU" sz="2000" dirty="0" err="1">
                    <a:solidFill>
                      <a:srgbClr val="000000"/>
                    </a:solidFill>
                  </a:rPr>
                  <a:t>ый</a:t>
                </a:r>
                <a:r>
                  <a:rPr lang="ru-RU" sz="2000" dirty="0">
                    <a:solidFill>
                      <a:srgbClr val="000000"/>
                    </a:solidFill>
                  </a:rPr>
                  <a:t> входной сигнал</a:t>
                </a:r>
              </a:p>
              <a:p>
                <a:pPr marL="1200150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𝑊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весовой коэффициент, определяющий важность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</a:rPr>
                      <m:t>𝑖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-го входа;</a:t>
                </a:r>
              </a:p>
              <a:p>
                <a:pPr marL="1200150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r>
                  <a:rPr lang="ru-RU" sz="2000" dirty="0">
                    <a:solidFill>
                      <a:srgbClr val="000000"/>
                    </a:solidFill>
                  </a:rPr>
                  <a:t>– нейрон смещения</a:t>
                </a:r>
                <a:r>
                  <a:rPr lang="en-US" sz="2000" dirty="0">
                    <a:solidFill>
                      <a:srgbClr val="000000"/>
                    </a:solidFill>
                  </a:rPr>
                  <a:t>;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1200150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</a:rPr>
                      <m:t>𝑤𝑥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r>
                  <a:rPr lang="ru-RU" sz="2000" dirty="0">
                    <a:solidFill>
                      <a:srgbClr val="000000"/>
                    </a:solidFill>
                  </a:rPr>
                  <a:t>– порог активации или смещение.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41B7AF-40D3-7CC4-5A8B-2012FFADF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2" y="1291206"/>
                <a:ext cx="5381624" cy="3785652"/>
              </a:xfrm>
              <a:prstGeom prst="rect">
                <a:avLst/>
              </a:prstGeom>
              <a:blipFill>
                <a:blip r:embed="rId3"/>
                <a:stretch>
                  <a:fillRect t="-966" r="-1133" b="-19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F4D95E8-7645-61D7-D7E0-BE4219D19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868" y="1178877"/>
            <a:ext cx="5909310" cy="450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552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994DB-0F13-F891-3EC9-3FB70F0AA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EDC0F64-8566-A002-1095-2C2F2F1D87B0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Искусственная нейронная сеть</a:t>
            </a:r>
            <a:r>
              <a:rPr lang="en-US" sz="2800" dirty="0">
                <a:solidFill>
                  <a:srgbClr val="5412D5"/>
                </a:solidFill>
              </a:rPr>
              <a:t> (2/3</a:t>
            </a:r>
            <a:r>
              <a:rPr lang="ru-RU" sz="2800" dirty="0">
                <a:solidFill>
                  <a:srgbClr val="5412D5"/>
                </a:solidFill>
              </a:rPr>
              <a:t>)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3B9122-2BC7-BDB0-7B99-DC8C592354ED}"/>
              </a:ext>
            </a:extLst>
          </p:cNvPr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14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5C73926-337E-9731-27A6-AAF72E711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361" y="1373399"/>
            <a:ext cx="8475277" cy="411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219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1FC88-48A7-AAE5-03EB-7ED501D1C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B2B3FEE-56EC-A989-168B-FA0AB64CED14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Искусственная нейронная сеть</a:t>
            </a:r>
            <a:r>
              <a:rPr lang="en-US" sz="2800" dirty="0">
                <a:solidFill>
                  <a:srgbClr val="5412D5"/>
                </a:solidFill>
              </a:rPr>
              <a:t> (3/3</a:t>
            </a:r>
            <a:r>
              <a:rPr lang="ru-RU" sz="2800" dirty="0">
                <a:solidFill>
                  <a:srgbClr val="5412D5"/>
                </a:solidFill>
              </a:rPr>
              <a:t>)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3E54D8-6C7B-9B1F-863C-FB78BCDD3388}"/>
              </a:ext>
            </a:extLst>
          </p:cNvPr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15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5FFA4F-F3CA-7A03-AFA0-3C00FE0AD74E}"/>
                  </a:ext>
                </a:extLst>
              </p:cNvPr>
              <p:cNvSpPr txBox="1"/>
              <p:nvPr/>
            </p:nvSpPr>
            <p:spPr>
              <a:xfrm>
                <a:off x="266701" y="1291206"/>
                <a:ext cx="11599477" cy="4021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 algn="just">
                  <a:buFont typeface="+mj-lt"/>
                  <a:buAutoNum type="arabicPeriod"/>
                </a:pPr>
                <a:r>
                  <a:rPr lang="ru-RU" sz="2000" dirty="0">
                    <a:solidFill>
                      <a:srgbClr val="000000"/>
                    </a:solidFill>
                  </a:rPr>
                  <a:t>Прямой проход: вычислить состояния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</a:rPr>
                      <m:t>𝑆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нейронов всех слоев и выход сети;</a:t>
                </a:r>
              </a:p>
              <a:p>
                <a:pPr marL="342900" lvl="0" indent="-342900" algn="just">
                  <a:buFont typeface="+mj-lt"/>
                  <a:buAutoNum type="arabicPeriod"/>
                </a:pPr>
                <a:r>
                  <a:rPr lang="ru-RU" sz="2000" dirty="0">
                    <a:solidFill>
                      <a:srgbClr val="000000"/>
                    </a:solidFill>
                  </a:rPr>
                  <a:t>Вычислить значения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</a:rPr>
                      <m:t>𝛿</m:t>
                    </m:r>
                    <m:r>
                      <a:rPr lang="ru-RU" sz="2000" i="1">
                        <a:solidFill>
                          <a:srgbClr val="000000"/>
                        </a:solidFill>
                      </a:rPr>
                      <m:t>=</m:t>
                    </m:r>
                    <m:f>
                      <m:f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fPr>
                      <m:num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𝜕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𝐸</m:t>
                        </m:r>
                      </m:num>
                      <m:den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𝜕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𝑦</m:t>
                        </m:r>
                      </m:den>
                    </m:f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для выходного слоя, где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</a:rPr>
                      <m:t>𝐸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это функция потерь, например среднеквадратическая ошибка;</a:t>
                </a:r>
              </a:p>
              <a:p>
                <a:pPr marL="342900" lvl="0" indent="-342900" algn="just">
                  <a:buFont typeface="+mj-lt"/>
                  <a:buAutoNum type="arabicPeriod"/>
                </a:pPr>
                <a:r>
                  <a:rPr lang="ru-RU" sz="2000" dirty="0">
                    <a:solidFill>
                      <a:srgbClr val="000000"/>
                    </a:solidFill>
                  </a:rPr>
                  <a:t>Если выполнены критерии остановки, например достигнуто заданное значение ошибки, то «конец».</a:t>
                </a:r>
              </a:p>
              <a:p>
                <a:pPr marL="342900" lvl="0" indent="-342900" algn="just">
                  <a:buFont typeface="+mj-lt"/>
                  <a:buAutoNum type="arabicPeriod"/>
                </a:pPr>
                <a:r>
                  <a:rPr lang="ru-RU" sz="2000" dirty="0">
                    <a:solidFill>
                      <a:srgbClr val="000000"/>
                    </a:solidFill>
                  </a:rPr>
                  <a:t>Обратный проход: последовательно от конца к началу для всех скрытых слоев вычислить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𝛿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𝑖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</a:rPr>
                      <m:t>=</m:t>
                    </m:r>
                    <m:f>
                      <m:f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fPr>
                      <m:num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𝜕</m:t>
                        </m:r>
                        <m:sSub>
                          <m:sSubPr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</m:ctrlPr>
                          </m:sSubPr>
                          <m:e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  <m:t>𝑦</m:t>
                            </m:r>
                          </m:e>
                          <m:sub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𝜕</m:t>
                        </m:r>
                        <m:sSub>
                          <m:sSubPr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</m:ctrlPr>
                          </m:sSubPr>
                          <m:e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  <m:t>𝑆</m:t>
                            </m:r>
                          </m:e>
                          <m:sub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ru-RU" sz="2000" i="1">
                        <a:solidFill>
                          <a:srgbClr val="000000"/>
                        </a:solidFill>
                      </a:rPr>
                      <m:t>∗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naryPr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</a:rPr>
                              <m:t>𝛿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; </a:t>
                </a:r>
              </a:p>
              <a:p>
                <a:pPr marL="342900" lvl="0" indent="-342900" algn="just">
                  <a:buFont typeface="+mj-lt"/>
                  <a:buAutoNum type="arabicPeriod"/>
                </a:pPr>
                <a:r>
                  <a:rPr lang="ru-RU" sz="2000" dirty="0">
                    <a:solidFill>
                      <a:srgbClr val="000000"/>
                    </a:solidFill>
                  </a:rPr>
                  <a:t>Для каждого слоя вычислить значение градиента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000">
                        <a:solidFill>
                          <a:srgbClr val="000000"/>
                        </a:solidFill>
                      </a:rPr>
                      <m:t>∇</m:t>
                    </m:r>
                    <m:r>
                      <a:rPr lang="en-US" sz="2000" i="1">
                        <a:solidFill>
                          <a:srgbClr val="000000"/>
                        </a:solidFill>
                      </a:rPr>
                      <m:t>𝐸</m:t>
                    </m:r>
                    <m:r>
                      <a:rPr lang="ru-RU" sz="2000" i="1">
                        <a:solidFill>
                          <a:srgbClr val="000000"/>
                        </a:solidFill>
                      </a:rPr>
                      <m:t>=</m:t>
                    </m:r>
                    <m:f>
                      <m:f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fPr>
                      <m:num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𝛿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𝐸</m:t>
                        </m:r>
                      </m:num>
                      <m:den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𝛿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𝑊</m:t>
                        </m:r>
                      </m:den>
                    </m:f>
                    <m:r>
                      <a:rPr lang="ru-RU" sz="2000" i="1">
                        <a:solidFill>
                          <a:srgbClr val="000000"/>
                        </a:solidFill>
                      </a:rPr>
                      <m:t>=</m:t>
                    </m:r>
                    <m:r>
                      <a:rPr lang="en-US" sz="2000" i="1">
                        <a:solidFill>
                          <a:srgbClr val="000000"/>
                        </a:solidFill>
                      </a:rPr>
                      <m:t>𝑦</m:t>
                    </m:r>
                    <m:r>
                      <a:rPr lang="ru-RU" sz="2000" i="1">
                        <a:solidFill>
                          <a:srgbClr val="000000"/>
                        </a:solidFill>
                      </a:rPr>
                      <m:t>∗</m:t>
                    </m:r>
                    <m:sSup>
                      <m:sSup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𝛿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𝑇</m:t>
                        </m:r>
                      </m:sup>
                    </m:sSup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, где: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</a:rPr>
                      <m:t>𝑦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вектор – вход слоя</a:t>
                </a:r>
                <a:r>
                  <a:rPr lang="en-US" sz="2000" dirty="0">
                    <a:solidFill>
                      <a:srgbClr val="000000"/>
                    </a:solidFill>
                  </a:rPr>
                  <a:t>,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𝛿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𝑇</m:t>
                        </m:r>
                      </m:sup>
                    </m:sSup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вектор ошибки на выходе слоя.</a:t>
                </a:r>
              </a:p>
              <a:p>
                <a:pPr marL="342900" lvl="0" indent="-342900" algn="just">
                  <a:buFont typeface="+mj-lt"/>
                  <a:buAutoNum type="arabicPeriod"/>
                </a:pPr>
                <a:r>
                  <a:rPr lang="ru-RU" sz="2000" dirty="0">
                    <a:solidFill>
                      <a:srgbClr val="000000"/>
                    </a:solidFill>
                  </a:rPr>
                  <a:t>Обновить веса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</a:rPr>
                      <m:t>𝑊</m:t>
                    </m:r>
                    <m:r>
                      <a:rPr lang="ru-RU" sz="2000" i="1">
                        <a:solidFill>
                          <a:srgbClr val="000000"/>
                        </a:solidFill>
                      </a:rPr>
                      <m:t>=</m:t>
                    </m:r>
                    <m:r>
                      <a:rPr lang="en-US" sz="2000" i="1">
                        <a:solidFill>
                          <a:srgbClr val="000000"/>
                        </a:solidFill>
                      </a:rPr>
                      <m:t>𝑊</m:t>
                    </m:r>
                    <m:r>
                      <a:rPr lang="ru-RU" sz="2000" i="1">
                        <a:solidFill>
                          <a:srgbClr val="000000"/>
                        </a:solidFill>
                      </a:rPr>
                      <m:t>−</m:t>
                    </m:r>
                    <m:r>
                      <a:rPr lang="ru-RU" sz="2000" i="1">
                        <a:solidFill>
                          <a:srgbClr val="000000"/>
                        </a:solidFill>
                      </a:rPr>
                      <m:t>𝜂</m:t>
                    </m:r>
                    <m:r>
                      <a:rPr lang="ru-RU" sz="2000" i="1">
                        <a:solidFill>
                          <a:srgbClr val="000000"/>
                        </a:solidFill>
                      </a:rPr>
                      <m:t>∗</m:t>
                    </m:r>
                    <m:r>
                      <m:rPr>
                        <m:sty m:val="p"/>
                      </m:rPr>
                      <a:rPr lang="ru-RU" sz="2000">
                        <a:solidFill>
                          <a:srgbClr val="000000"/>
                        </a:solidFill>
                      </a:rPr>
                      <m:t>∇</m:t>
                    </m:r>
                    <m:r>
                      <a:rPr lang="en-US" sz="2000" i="1">
                        <a:solidFill>
                          <a:srgbClr val="000000"/>
                        </a:solidFill>
                      </a:rPr>
                      <m:t>𝐸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, где: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</a:rPr>
                      <m:t>𝜂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коэффициент скорости обучения.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5FFA4F-F3CA-7A03-AFA0-3C00FE0AD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1" y="1291206"/>
                <a:ext cx="11599477" cy="4021807"/>
              </a:xfrm>
              <a:prstGeom prst="rect">
                <a:avLst/>
              </a:prstGeom>
              <a:blipFill>
                <a:blip r:embed="rId3"/>
                <a:stretch>
                  <a:fillRect l="-578" t="-1061" r="-525" b="-1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1700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893FD-CCF9-B387-5D30-FB337A4BB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9CDB842-96EA-BACC-FA26-23ACFCEB25AC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Сравнение методов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2E133-5FC2-CDDA-3F97-41960196507A}"/>
              </a:ext>
            </a:extLst>
          </p:cNvPr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16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2E0B489B-66E8-85BC-5574-5DD75A12E6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060103"/>
              </p:ext>
            </p:extLst>
          </p:nvPr>
        </p:nvGraphicFramePr>
        <p:xfrm>
          <a:off x="266698" y="1152102"/>
          <a:ext cx="11599480" cy="5016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9896">
                  <a:extLst>
                    <a:ext uri="{9D8B030D-6E8A-4147-A177-3AD203B41FA5}">
                      <a16:colId xmlns:a16="http://schemas.microsoft.com/office/drawing/2014/main" val="844301106"/>
                    </a:ext>
                  </a:extLst>
                </a:gridCol>
                <a:gridCol w="2319896">
                  <a:extLst>
                    <a:ext uri="{9D8B030D-6E8A-4147-A177-3AD203B41FA5}">
                      <a16:colId xmlns:a16="http://schemas.microsoft.com/office/drawing/2014/main" val="2874883408"/>
                    </a:ext>
                  </a:extLst>
                </a:gridCol>
                <a:gridCol w="2319896">
                  <a:extLst>
                    <a:ext uri="{9D8B030D-6E8A-4147-A177-3AD203B41FA5}">
                      <a16:colId xmlns:a16="http://schemas.microsoft.com/office/drawing/2014/main" val="2878296384"/>
                    </a:ext>
                  </a:extLst>
                </a:gridCol>
                <a:gridCol w="2319896">
                  <a:extLst>
                    <a:ext uri="{9D8B030D-6E8A-4147-A177-3AD203B41FA5}">
                      <a16:colId xmlns:a16="http://schemas.microsoft.com/office/drawing/2014/main" val="60246327"/>
                    </a:ext>
                  </a:extLst>
                </a:gridCol>
                <a:gridCol w="2319896">
                  <a:extLst>
                    <a:ext uri="{9D8B030D-6E8A-4147-A177-3AD203B41FA5}">
                      <a16:colId xmlns:a16="http://schemas.microsoft.com/office/drawing/2014/main" val="385892192"/>
                    </a:ext>
                  </a:extLst>
                </a:gridCol>
              </a:tblGrid>
              <a:tr h="1639465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ru-RU" sz="2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Метод</a:t>
                      </a:r>
                      <a:endParaRPr lang="ru-RU" sz="2000" b="1" i="0" u="none" strike="noStrike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+mn-lt"/>
                        </a:rPr>
                        <a:t>Множественная линейная регрессия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+mn-lt"/>
                        </a:rPr>
                        <a:t>Метод опорных векторов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+mn-lt"/>
                        </a:rPr>
                        <a:t>Случайный лес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+mn-lt"/>
                        </a:rPr>
                        <a:t>Искусственная нейронная сеть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706376"/>
                  </a:ext>
                </a:extLst>
              </a:tr>
              <a:tr h="1637558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ru-RU" sz="2000" b="1" i="0" u="none" strike="noStrike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</a:rPr>
                        <a:t>Преимущества</a:t>
                      </a:r>
                      <a:endParaRPr lang="ru-RU" sz="2000" b="1" i="0" u="none" strike="noStrike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 err="1">
                          <a:latin typeface="+mn-lt"/>
                        </a:rPr>
                        <a:t>Интерпре-тируемость</a:t>
                      </a:r>
                      <a:endParaRPr lang="ru-RU" sz="1800" dirty="0">
                        <a:latin typeface="+mn-lt"/>
                      </a:endParaRP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>
                          <a:latin typeface="+mn-lt"/>
                        </a:rPr>
                        <a:t>Простота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>
                          <a:latin typeface="+mn-lt"/>
                        </a:rPr>
                        <a:t>Скорость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 err="1">
                          <a:latin typeface="+mn-lt"/>
                        </a:rPr>
                        <a:t>Гиперпараметры</a:t>
                      </a:r>
                      <a:endParaRPr lang="ru-RU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>
                          <a:latin typeface="+mn-lt"/>
                        </a:rPr>
                        <a:t>Устойчивость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>
                          <a:latin typeface="+mn-lt"/>
                        </a:rPr>
                        <a:t>Ядро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>
                          <a:latin typeface="+mn-lt"/>
                        </a:rPr>
                        <a:t>Выпуклость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>
                          <a:latin typeface="+mn-lt"/>
                        </a:rPr>
                        <a:t>Простота реализации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latin typeface="+mn-lt"/>
                        </a:rPr>
                        <a:t>Точность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latin typeface="+mn-lt"/>
                        </a:rPr>
                        <a:t>Устойчивость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 err="1">
                          <a:latin typeface="+mn-lt"/>
                        </a:rPr>
                        <a:t>Масштаби-руемость</a:t>
                      </a:r>
                      <a:endParaRPr lang="ru-RU" sz="1800" dirty="0">
                        <a:latin typeface="+mn-lt"/>
                      </a:endParaRP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latin typeface="+mn-lt"/>
                        </a:rPr>
                        <a:t>Высоко-размерность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latin typeface="+mn-lt"/>
                        </a:rPr>
                        <a:t>Универсальность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latin typeface="+mn-lt"/>
                        </a:rPr>
                        <a:t>Многомерность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latin typeface="+mn-lt"/>
                        </a:rPr>
                        <a:t>Гибкость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latin typeface="+mn-lt"/>
                        </a:rPr>
                        <a:t>Готовые библиотеки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521302"/>
                  </a:ext>
                </a:extLst>
              </a:tr>
              <a:tr h="1639465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ru-RU" sz="2000" b="1" i="0" u="none" strike="noStrike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</a:rPr>
                        <a:t>Недостатки</a:t>
                      </a:r>
                      <a:endParaRPr lang="ru-RU" sz="2000" b="1" i="0" u="none" strike="noStrike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latin typeface="+mn-lt"/>
                        </a:rPr>
                        <a:t>Линейность</a:t>
                      </a:r>
                      <a:endParaRPr lang="en-US" sz="1800" dirty="0">
                        <a:latin typeface="+mn-lt"/>
                      </a:endParaRP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latin typeface="+mn-lt"/>
                        </a:rPr>
                        <a:t>Выбросы</a:t>
                      </a:r>
                      <a:endParaRPr lang="en-US" sz="1800" dirty="0">
                        <a:latin typeface="+mn-lt"/>
                      </a:endParaRP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latin typeface="+mn-lt"/>
                        </a:rPr>
                        <a:t>Мульти-</a:t>
                      </a:r>
                      <a:r>
                        <a:rPr lang="ru-RU" sz="1800" dirty="0" err="1">
                          <a:latin typeface="+mn-lt"/>
                        </a:rPr>
                        <a:t>коллинеарность</a:t>
                      </a:r>
                      <a:endParaRPr 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 err="1">
                          <a:latin typeface="+mn-lt"/>
                        </a:rPr>
                        <a:t>Гиперпараметры</a:t>
                      </a:r>
                      <a:endParaRPr lang="ru-RU" sz="1800" dirty="0">
                        <a:latin typeface="+mn-lt"/>
                      </a:endParaRP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latin typeface="+mn-lt"/>
                        </a:rPr>
                        <a:t>Скорость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 err="1">
                          <a:latin typeface="+mn-lt"/>
                        </a:rPr>
                        <a:t>Интерпре-туремость</a:t>
                      </a:r>
                      <a:endParaRPr lang="ru-RU" sz="1800" dirty="0">
                        <a:latin typeface="+mn-lt"/>
                      </a:endParaRPr>
                    </a:p>
                    <a:p>
                      <a:pPr marL="0" indent="0" algn="l">
                        <a:buFontTx/>
                        <a:buNone/>
                      </a:pPr>
                      <a:endParaRPr lang="ru-RU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 err="1">
                          <a:latin typeface="+mn-lt"/>
                        </a:rPr>
                        <a:t>Интерпре-тируемость</a:t>
                      </a:r>
                      <a:endParaRPr lang="ru-RU" sz="1800" dirty="0">
                        <a:latin typeface="+mn-lt"/>
                      </a:endParaRP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latin typeface="+mn-lt"/>
                        </a:rPr>
                        <a:t>Вычислительная сложность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 err="1">
                          <a:latin typeface="+mn-lt"/>
                        </a:rPr>
                        <a:t>Гиперпараметры</a:t>
                      </a:r>
                      <a:endParaRPr lang="ru-RU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 err="1">
                          <a:latin typeface="+mn-lt"/>
                        </a:rPr>
                        <a:t>Гиперпараметры</a:t>
                      </a:r>
                      <a:endParaRPr lang="ru-RU" sz="1800" dirty="0">
                        <a:latin typeface="+mn-lt"/>
                      </a:endParaRP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latin typeface="+mn-lt"/>
                        </a:rPr>
                        <a:t>Длительность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 err="1">
                          <a:latin typeface="+mn-lt"/>
                        </a:rPr>
                        <a:t>Интерпре-тируемость</a:t>
                      </a:r>
                      <a:endParaRPr lang="ru-RU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1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974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AA4B8-EB7A-4189-9FF1-51BA2BDF0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3F112C3-5F7B-6491-507A-FE495C22BFFB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Алгоритмы (1</a:t>
            </a:r>
            <a:r>
              <a:rPr lang="en-US" sz="2800" dirty="0">
                <a:solidFill>
                  <a:srgbClr val="5412D5"/>
                </a:solidFill>
              </a:rPr>
              <a:t>/5</a:t>
            </a:r>
            <a:r>
              <a:rPr lang="ru-RU" sz="2800" dirty="0">
                <a:solidFill>
                  <a:srgbClr val="5412D5"/>
                </a:solidFill>
              </a:rPr>
              <a:t>)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06668F-F0DB-469E-A408-DE9361970436}"/>
              </a:ext>
            </a:extLst>
          </p:cNvPr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17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29B95B8-065F-B049-FAB5-0634821F0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48" y="1207169"/>
            <a:ext cx="2835365" cy="444366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983520C-335F-DEF3-FE20-F821E0FB4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1629111"/>
            <a:ext cx="3040352" cy="359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097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BCC6B-4EC7-1FF2-33DC-CBCBBE0FA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79632DA-F3FE-B76F-D35B-24B2E5453AF2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Алгоритмы (</a:t>
            </a:r>
            <a:r>
              <a:rPr lang="en-US" sz="2800" dirty="0">
                <a:solidFill>
                  <a:srgbClr val="5412D5"/>
                </a:solidFill>
              </a:rPr>
              <a:t>2/5</a:t>
            </a:r>
            <a:r>
              <a:rPr lang="ru-RU" sz="2800" dirty="0">
                <a:solidFill>
                  <a:srgbClr val="5412D5"/>
                </a:solidFill>
              </a:rPr>
              <a:t>)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604EF4-4E06-66DF-29FC-3AA1118C6060}"/>
              </a:ext>
            </a:extLst>
          </p:cNvPr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18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B54F780-2736-1ED6-DBB2-773F6BB83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428" y="1020840"/>
            <a:ext cx="2976093" cy="481632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20213E1-2EAB-7A22-BADA-A4AF666A2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975" y="806066"/>
            <a:ext cx="4460597" cy="524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52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4B740-80E2-5ABB-2DBE-7C7E113F0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66328C4-ECE2-D48B-A1E1-2CD15DD4F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0" y="124468"/>
            <a:ext cx="3800089" cy="5952482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19BBF5B-7193-DF12-024E-239AB70CE980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Алгоритмы (</a:t>
            </a:r>
            <a:r>
              <a:rPr lang="en-US" sz="2800" dirty="0">
                <a:solidFill>
                  <a:srgbClr val="5412D5"/>
                </a:solidFill>
              </a:rPr>
              <a:t>3/5</a:t>
            </a:r>
            <a:r>
              <a:rPr lang="ru-RU" sz="2800" dirty="0">
                <a:solidFill>
                  <a:srgbClr val="5412D5"/>
                </a:solidFill>
              </a:rPr>
              <a:t>)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307A5A-1533-B2E4-BB33-C5DBD48E9795}"/>
              </a:ext>
            </a:extLst>
          </p:cNvPr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19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82B007E-F5A3-40C5-9FAD-14DAC33C5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970" y="1054408"/>
            <a:ext cx="1955905" cy="474918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BC25E9C-18C4-0193-8F02-2B3C12B9D9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6339" y="1690675"/>
            <a:ext cx="4320691" cy="347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288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5CF51-855E-C38E-1D5C-4C08ADB0E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6F93406-9354-DCD9-4474-C5D2D306D109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Алгоритмы (</a:t>
            </a:r>
            <a:r>
              <a:rPr lang="en-US" sz="2800" dirty="0">
                <a:solidFill>
                  <a:srgbClr val="5412D5"/>
                </a:solidFill>
              </a:rPr>
              <a:t>4/5</a:t>
            </a:r>
            <a:r>
              <a:rPr lang="ru-RU" sz="2800" dirty="0">
                <a:solidFill>
                  <a:srgbClr val="5412D5"/>
                </a:solidFill>
              </a:rPr>
              <a:t>)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5AE90A-045D-B344-634F-E85563180185}"/>
              </a:ext>
            </a:extLst>
          </p:cNvPr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20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EA0F339-3791-8640-D1D0-4830553EF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395" y="116571"/>
            <a:ext cx="3509209" cy="606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3154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C16B9-090F-7BA2-A1E1-0DEEADEAB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1AD2403-DED4-0E32-C1F3-750C8B2216A3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Алгоритмы (</a:t>
            </a:r>
            <a:r>
              <a:rPr lang="en-US" sz="2800" dirty="0">
                <a:solidFill>
                  <a:srgbClr val="5412D5"/>
                </a:solidFill>
              </a:rPr>
              <a:t>5/5</a:t>
            </a:r>
            <a:r>
              <a:rPr lang="ru-RU" sz="2800" dirty="0">
                <a:solidFill>
                  <a:srgbClr val="5412D5"/>
                </a:solidFill>
              </a:rPr>
              <a:t>)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DB04E6-481D-55A6-5AA2-8393098C22EE}"/>
              </a:ext>
            </a:extLst>
          </p:cNvPr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21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F8AC7E0-1162-AB00-7833-49CE9D082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550" y="382298"/>
            <a:ext cx="5874646" cy="571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631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7217B-18B9-3B26-75EB-3B422B040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0D30427-0188-AF24-446D-7A866DF14A4E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Стек разработки (1</a:t>
            </a:r>
            <a:r>
              <a:rPr lang="en-US" sz="2800" dirty="0">
                <a:solidFill>
                  <a:srgbClr val="5412D5"/>
                </a:solidFill>
              </a:rPr>
              <a:t>/</a:t>
            </a:r>
            <a:r>
              <a:rPr lang="ru-RU" sz="2800" dirty="0">
                <a:solidFill>
                  <a:srgbClr val="5412D5"/>
                </a:solidFill>
              </a:rPr>
              <a:t>2)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459505-2D60-F958-F5B2-28D3D73B5AC0}"/>
              </a:ext>
            </a:extLst>
          </p:cNvPr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22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41A79-F2D3-8579-B044-0A929A80B96C}"/>
              </a:ext>
            </a:extLst>
          </p:cNvPr>
          <p:cNvSpPr txBox="1"/>
          <p:nvPr/>
        </p:nvSpPr>
        <p:spPr>
          <a:xfrm>
            <a:off x="266701" y="1291206"/>
            <a:ext cx="1159947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457200" algn="just"/>
            <a:r>
              <a:rPr lang="ru-RU" sz="2000" dirty="0">
                <a:solidFill>
                  <a:srgbClr val="000000"/>
                </a:solidFill>
              </a:rPr>
              <a:t>«</a:t>
            </a:r>
            <a:r>
              <a:rPr lang="en-US" sz="2000" dirty="0">
                <a:solidFill>
                  <a:srgbClr val="000000"/>
                </a:solidFill>
              </a:rPr>
              <a:t>Python</a:t>
            </a:r>
            <a:r>
              <a:rPr lang="ru-RU" sz="2000" dirty="0">
                <a:solidFill>
                  <a:srgbClr val="000000"/>
                </a:solidFill>
              </a:rPr>
              <a:t>» – высокоуровневый язык, который является одним из самых популярных и востребованных для решения задач машинного обучения и обработки данных; он обладает следующими преимуществами: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простой синтаксис – позволяет быстро и достаточно легко разрабатывать приложения;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расширяемость и гибкость – дает возможность для внедрения разрабатываемой программы в другие приложения;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множество библиотек – для машинного обучения и искусственных нейронных сетей создано много библиотек, что упрощает разработку ПО для прогнозирования свойств;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активное сообщество – способствует быстрому решению проблем и вопросов, возникающих в процессе разработки;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обилие документаций – обеспечивает возможность разобраться в логике и реализации различных функций.</a:t>
            </a:r>
          </a:p>
        </p:txBody>
      </p:sp>
      <p:pic>
        <p:nvPicPr>
          <p:cNvPr id="2" name="Рисунок 1" descr="Файл:Python logo and wordmark.svg">
            <a:extLst>
              <a:ext uri="{FF2B5EF4-FFF2-40B4-BE49-F238E27FC236}">
                <a16:creationId xmlns:a16="http://schemas.microsoft.com/office/drawing/2014/main" id="{3DE1F508-F7D3-8A7D-A7AF-82322632E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678" y="4861944"/>
            <a:ext cx="47625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614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62F7F-BE8A-3436-F4D5-E3FD1B4A6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1C2A364-3C0B-09F0-D45C-D69853B6DB30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Стек разработки (2</a:t>
            </a:r>
            <a:r>
              <a:rPr lang="en-US" sz="2800" dirty="0">
                <a:solidFill>
                  <a:srgbClr val="5412D5"/>
                </a:solidFill>
              </a:rPr>
              <a:t>/</a:t>
            </a:r>
            <a:r>
              <a:rPr lang="ru-RU" sz="2800" dirty="0">
                <a:solidFill>
                  <a:srgbClr val="5412D5"/>
                </a:solidFill>
              </a:rPr>
              <a:t>2)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2958F3-CED6-FCC7-96FD-AAA31EBFBA6B}"/>
              </a:ext>
            </a:extLst>
          </p:cNvPr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23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pic>
        <p:nvPicPr>
          <p:cNvPr id="2" name="Рисунок 1" descr="Python Random — генератор случайных чисел с примерами функций random и  randit">
            <a:extLst>
              <a:ext uri="{FF2B5EF4-FFF2-40B4-BE49-F238E27FC236}">
                <a16:creationId xmlns:a16="http://schemas.microsoft.com/office/drawing/2014/main" id="{FB71F4A3-5F69-7DB1-5F03-23920484F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99" y="1234129"/>
            <a:ext cx="2173038" cy="1800000"/>
          </a:xfrm>
          <a:prstGeom prst="rect">
            <a:avLst/>
          </a:prstGeom>
        </p:spPr>
      </p:pic>
      <p:pic>
        <p:nvPicPr>
          <p:cNvPr id="16" name="Рисунок 15" descr="joblib · GitHub">
            <a:extLst>
              <a:ext uri="{FF2B5EF4-FFF2-40B4-BE49-F238E27FC236}">
                <a16:creationId xmlns:a16="http://schemas.microsoft.com/office/drawing/2014/main" id="{11CBEC09-68F7-1126-3209-E4DA402C44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68" y="3823871"/>
            <a:ext cx="1800000" cy="1800000"/>
          </a:xfrm>
          <a:prstGeom prst="rect">
            <a:avLst/>
          </a:prstGeom>
        </p:spPr>
      </p:pic>
      <p:pic>
        <p:nvPicPr>
          <p:cNvPr id="17" name="Рисунок 16" descr="Файл:NumPy logo 2020.svg — Википедия">
            <a:extLst>
              <a:ext uri="{FF2B5EF4-FFF2-40B4-BE49-F238E27FC236}">
                <a16:creationId xmlns:a16="http://schemas.microsoft.com/office/drawing/2014/main" id="{D2F8A293-4D7D-3679-5092-312686815C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5468" y="1234129"/>
            <a:ext cx="4000000" cy="1800000"/>
          </a:xfrm>
          <a:prstGeom prst="rect">
            <a:avLst/>
          </a:prstGeom>
        </p:spPr>
      </p:pic>
      <p:pic>
        <p:nvPicPr>
          <p:cNvPr id="19" name="Рисунок 18" descr="Как использовать OpenPyxl в Python для работы с Excel: установка, примеры и  советы">
            <a:extLst>
              <a:ext uri="{FF2B5EF4-FFF2-40B4-BE49-F238E27FC236}">
                <a16:creationId xmlns:a16="http://schemas.microsoft.com/office/drawing/2014/main" id="{9FD22FE6-06AE-412D-929E-1C055F3738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3828" y="1234129"/>
            <a:ext cx="1800000" cy="1800000"/>
          </a:xfrm>
          <a:prstGeom prst="rect">
            <a:avLst/>
          </a:prstGeom>
        </p:spPr>
      </p:pic>
      <p:pic>
        <p:nvPicPr>
          <p:cNvPr id="20" name="Рисунок 19" descr="TensorFlow — Википедия">
            <a:extLst>
              <a:ext uri="{FF2B5EF4-FFF2-40B4-BE49-F238E27FC236}">
                <a16:creationId xmlns:a16="http://schemas.microsoft.com/office/drawing/2014/main" id="{CF413687-93C4-6517-F2F5-55E8DBD814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7868" y="3823870"/>
            <a:ext cx="2825698" cy="1800000"/>
          </a:xfrm>
          <a:prstGeom prst="rect">
            <a:avLst/>
          </a:prstGeom>
        </p:spPr>
      </p:pic>
      <p:pic>
        <p:nvPicPr>
          <p:cNvPr id="23" name="Рисунок 22" descr="Файл:Scikit learn logo small.svg — Википедия">
            <a:extLst>
              <a:ext uri="{FF2B5EF4-FFF2-40B4-BE49-F238E27FC236}">
                <a16:creationId xmlns:a16="http://schemas.microsoft.com/office/drawing/2014/main" id="{164DA415-640A-136F-84EA-C38F33AADE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499" y="1234129"/>
            <a:ext cx="3334298" cy="1800000"/>
          </a:xfrm>
          <a:prstGeom prst="rect">
            <a:avLst/>
          </a:prstGeom>
        </p:spPr>
      </p:pic>
      <p:pic>
        <p:nvPicPr>
          <p:cNvPr id="24" name="Рисунок 23" descr="GUI Programming with Python Tkinter | by Pramodani Jayakodi | Medium">
            <a:extLst>
              <a:ext uri="{FF2B5EF4-FFF2-40B4-BE49-F238E27FC236}">
                <a16:creationId xmlns:a16="http://schemas.microsoft.com/office/drawing/2014/main" id="{6170909C-AA61-52EA-36E8-47B4C1266D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3566" y="3823870"/>
            <a:ext cx="3000000" cy="1800000"/>
          </a:xfrm>
          <a:prstGeom prst="rect">
            <a:avLst/>
          </a:prstGeom>
        </p:spPr>
      </p:pic>
      <p:pic>
        <p:nvPicPr>
          <p:cNvPr id="18" name="Рисунок 17" descr="Файл:Pandas logo.svg — Википедия">
            <a:extLst>
              <a:ext uri="{FF2B5EF4-FFF2-40B4-BE49-F238E27FC236}">
                <a16:creationId xmlns:a16="http://schemas.microsoft.com/office/drawing/2014/main" id="{ED200FD7-2B79-3FED-1714-FE2AD3ABDD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5668" y="3823870"/>
            <a:ext cx="4447876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92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BE9A8-C2A3-F047-A6F3-57A86E2FC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B33250-274B-9D84-DD12-15020F3CF909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Структура программного продукта (</a:t>
            </a:r>
            <a:r>
              <a:rPr lang="en-US" sz="2800" dirty="0">
                <a:solidFill>
                  <a:srgbClr val="5412D5"/>
                </a:solidFill>
              </a:rPr>
              <a:t>1/4</a:t>
            </a:r>
            <a:r>
              <a:rPr lang="ru-RU" sz="2800" dirty="0">
                <a:solidFill>
                  <a:srgbClr val="5412D5"/>
                </a:solidFill>
              </a:rPr>
              <a:t>)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5E1D2A-3C27-C209-C739-5B61C70E2A9E}"/>
              </a:ext>
            </a:extLst>
          </p:cNvPr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24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A99F051-C46E-4FBF-DC2A-F4DD22170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127" y="1693514"/>
            <a:ext cx="8595746" cy="347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031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E8E25-0469-A655-E42F-AD055F98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9715477-1843-0563-7BB3-0F718367B8CF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Структура программного продукта (2</a:t>
            </a:r>
            <a:r>
              <a:rPr lang="en-US" sz="2800" dirty="0">
                <a:solidFill>
                  <a:srgbClr val="5412D5"/>
                </a:solidFill>
              </a:rPr>
              <a:t>/4</a:t>
            </a:r>
            <a:r>
              <a:rPr lang="ru-RU" sz="2800" dirty="0">
                <a:solidFill>
                  <a:srgbClr val="5412D5"/>
                </a:solidFill>
              </a:rPr>
              <a:t>)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B8C10-E26A-FA90-6CEA-B41F2B148245}"/>
              </a:ext>
            </a:extLst>
          </p:cNvPr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25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9BA36B0-B5EA-2031-F379-A865DEA4F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" y="2107089"/>
            <a:ext cx="12000891" cy="264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450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696B2-2E8C-35CF-81CA-FB2F792ED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9DA49EF-433F-01C0-FAF9-2FDB4D0B37B0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Структура программного продукта (3</a:t>
            </a:r>
            <a:r>
              <a:rPr lang="en-US" sz="2800" dirty="0">
                <a:solidFill>
                  <a:srgbClr val="5412D5"/>
                </a:solidFill>
              </a:rPr>
              <a:t>/4</a:t>
            </a:r>
            <a:r>
              <a:rPr lang="ru-RU" sz="2800" dirty="0">
                <a:solidFill>
                  <a:srgbClr val="5412D5"/>
                </a:solidFill>
              </a:rPr>
              <a:t>)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5D6E34-E423-D02C-8D7D-74A404714A7A}"/>
              </a:ext>
            </a:extLst>
          </p:cNvPr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26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99BE474-EA81-2FEB-F794-C4C8534C2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648" y="1136177"/>
            <a:ext cx="6778704" cy="503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851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10C11-793F-18DC-2D91-74CBE7318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0891177-FC03-5150-9AFC-3F933F04EA4F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Структура программного продукта (4</a:t>
            </a:r>
            <a:r>
              <a:rPr lang="en-US" sz="2800" dirty="0">
                <a:solidFill>
                  <a:srgbClr val="5412D5"/>
                </a:solidFill>
              </a:rPr>
              <a:t>/4</a:t>
            </a:r>
            <a:r>
              <a:rPr lang="ru-RU" sz="2800" dirty="0">
                <a:solidFill>
                  <a:srgbClr val="5412D5"/>
                </a:solidFill>
              </a:rPr>
              <a:t>)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0E1C43-0F51-3A69-3611-133B0B515FB8}"/>
              </a:ext>
            </a:extLst>
          </p:cNvPr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27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F38910A-6FC3-61AE-E74F-7A5C07CCA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873" y="1297319"/>
            <a:ext cx="10306253" cy="426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175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CFE89-1164-DE3A-CE94-29986A65A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BC7AE10-505C-CA57-36DF-B0C4836887A1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Интерфейс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8386A4-F823-5072-CE91-DE66B8BDF0D1}"/>
              </a:ext>
            </a:extLst>
          </p:cNvPr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28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84116C6-7C4D-4698-E60D-EB279891E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4" y="1284299"/>
            <a:ext cx="9180671" cy="428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939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3D19E-F143-05D3-CE08-AD0A46C60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564FB6A-CDD7-53AA-FCDF-8D5623758A9A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Вычислительный эксперимент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2023D4-3BF6-48C7-E81E-BEF29D56AAD7}"/>
              </a:ext>
            </a:extLst>
          </p:cNvPr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29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449D7E7-E598-88B7-DD30-6AF1ED76B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12" y="1289367"/>
            <a:ext cx="11332575" cy="427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6922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709B7-4AD3-DBCD-25BA-384DB8361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DC303FB-1182-3A94-73C9-609C04C0F575}"/>
              </a:ext>
            </a:extLst>
          </p:cNvPr>
          <p:cNvSpPr/>
          <p:nvPr/>
        </p:nvSpPr>
        <p:spPr>
          <a:xfrm>
            <a:off x="3390900" y="382298"/>
            <a:ext cx="8475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rgbClr val="5412D5"/>
                </a:solidFill>
              </a:rPr>
              <a:t>Выводы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7379A5-D436-E13A-BE71-CDF6453DE123}"/>
              </a:ext>
            </a:extLst>
          </p:cNvPr>
          <p:cNvSpPr txBox="1"/>
          <p:nvPr/>
        </p:nvSpPr>
        <p:spPr>
          <a:xfrm>
            <a:off x="11009376" y="627278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30 </a:t>
            </a:r>
            <a:r>
              <a:rPr lang="en-US" dirty="0"/>
              <a:t>/</a:t>
            </a:r>
            <a:r>
              <a:rPr lang="ru-RU" dirty="0"/>
              <a:t> 30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B55E57-F0B1-E157-BCA6-E4B3799F9790}"/>
              </a:ext>
            </a:extLst>
          </p:cNvPr>
          <p:cNvSpPr txBox="1"/>
          <p:nvPr/>
        </p:nvSpPr>
        <p:spPr>
          <a:xfrm>
            <a:off x="266701" y="1291206"/>
            <a:ext cx="1159947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В результате выполнения ВКР были решены следующие задачи</a:t>
            </a:r>
            <a:r>
              <a:rPr lang="ru-RU" sz="2000" dirty="0">
                <a:solidFill>
                  <a:srgbClr val="000000"/>
                </a:solidFill>
              </a:rPr>
              <a:t>: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</a:rPr>
              <a:t>Проведен анализ предметной области и существующих программных решений для прогнозирования свойств композитов: «</a:t>
            </a:r>
            <a:r>
              <a:rPr lang="en-US" sz="2000" dirty="0" err="1">
                <a:solidFill>
                  <a:srgbClr val="000000"/>
                </a:solidFill>
              </a:rPr>
              <a:t>JMatPro</a:t>
            </a:r>
            <a:r>
              <a:rPr lang="ru-RU" sz="2000" dirty="0">
                <a:solidFill>
                  <a:srgbClr val="000000"/>
                </a:solidFill>
              </a:rPr>
              <a:t>», «</a:t>
            </a:r>
            <a:r>
              <a:rPr lang="en-US" sz="2000" dirty="0" err="1">
                <a:solidFill>
                  <a:srgbClr val="000000"/>
                </a:solidFill>
              </a:rPr>
              <a:t>Thermo</a:t>
            </a:r>
            <a:r>
              <a:rPr lang="ru-RU" sz="2000" dirty="0">
                <a:solidFill>
                  <a:srgbClr val="000000"/>
                </a:solidFill>
              </a:rPr>
              <a:t>-</a:t>
            </a:r>
            <a:r>
              <a:rPr lang="en-US" sz="2000" dirty="0">
                <a:solidFill>
                  <a:srgbClr val="000000"/>
                </a:solidFill>
              </a:rPr>
              <a:t>Calc</a:t>
            </a:r>
            <a:r>
              <a:rPr lang="ru-RU" sz="2000" dirty="0">
                <a:solidFill>
                  <a:srgbClr val="000000"/>
                </a:solidFill>
              </a:rPr>
              <a:t>» и «</a:t>
            </a:r>
            <a:r>
              <a:rPr lang="en-US" sz="2000" dirty="0">
                <a:solidFill>
                  <a:srgbClr val="000000"/>
                </a:solidFill>
              </a:rPr>
              <a:t>Ansys GRANTA</a:t>
            </a:r>
            <a:r>
              <a:rPr lang="ru-RU" sz="2000" dirty="0">
                <a:solidFill>
                  <a:srgbClr val="000000"/>
                </a:solidFill>
              </a:rPr>
              <a:t>»; выявлены их ограничения и обусловлена актуальность разработки нового;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</a:rPr>
              <a:t>Для решения задачи регрессии были исследованы различные методы: множественная линейная регрессия, метод опорных векторов, случайный лес и искусственная нейронная сеть, проведен их сравнительный анализ и выбран оптимальный;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</a:rPr>
              <a:t>Разработано математическое, алгоритмическое и программное обеспечения для прогнозирования свойств на основе химического состава;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</a:rPr>
              <a:t>Осуществлены вычислительные эксперименты, тестирование и оценка качества разработанного программного обеспечения, показавшие хорошие результаты.</a:t>
            </a:r>
          </a:p>
          <a:p>
            <a:pPr marL="342900" lvl="0" indent="-342900" algn="just">
              <a:buFont typeface="+mj-lt"/>
              <a:buAutoNum type="arabicPeriod"/>
            </a:pPr>
            <a:endParaRPr lang="ru-RU" sz="2000" dirty="0">
              <a:solidFill>
                <a:srgbClr val="000000"/>
              </a:solidFill>
            </a:endParaRPr>
          </a:p>
          <a:p>
            <a:pPr marL="342900" lvl="0" indent="-342900" algn="just">
              <a:buFont typeface="+mj-lt"/>
              <a:buAutoNum type="arabicPeriod"/>
            </a:pPr>
            <a:endParaRPr lang="ru-RU" sz="2000" dirty="0">
              <a:solidFill>
                <a:srgbClr val="000000"/>
              </a:solidFill>
            </a:endParaRPr>
          </a:p>
          <a:p>
            <a:pPr lvl="0" indent="457200" algn="just"/>
            <a:r>
              <a:rPr lang="ru-RU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Таким образом, цель работы – разработка математического и программного обеспечения для прогнозирования свойств медицинских композиционных материалов – достигнута.</a:t>
            </a:r>
          </a:p>
        </p:txBody>
      </p:sp>
    </p:spTree>
    <p:extLst>
      <p:ext uri="{BB962C8B-B14F-4D97-AF65-F5344CB8AC3E}">
        <p14:creationId xmlns:p14="http://schemas.microsoft.com/office/powerpoint/2010/main" val="40008283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02434BC8-AC03-4FB7-A2E8-CC0524220D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2784" y="2842443"/>
            <a:ext cx="11106432" cy="586557"/>
          </a:xfrm>
        </p:spPr>
        <p:txBody>
          <a:bodyPr>
            <a:noAutofit/>
          </a:bodyPr>
          <a:lstStyle/>
          <a:p>
            <a:pPr algn="ctr"/>
            <a:r>
              <a:rPr lang="ru-RU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766003109"/>
      </p:ext>
    </p:extLst>
  </p:cSld>
  <p:clrMapOvr>
    <a:masterClrMapping/>
  </p:clrMapOvr>
</p:sld>
</file>

<file path=ppt/theme/theme1.xml><?xml version="1.0" encoding="utf-8"?>
<a:theme xmlns:a="http://schemas.openxmlformats.org/drawingml/2006/main" name="УУНиТ 1">
  <a:themeElements>
    <a:clrScheme name="УУНиТ">
      <a:dk1>
        <a:srgbClr val="2A1468"/>
      </a:dk1>
      <a:lt1>
        <a:srgbClr val="FFFFFF"/>
      </a:lt1>
      <a:dk2>
        <a:srgbClr val="CBB8FF"/>
      </a:dk2>
      <a:lt2>
        <a:srgbClr val="FFFFFF"/>
      </a:lt2>
      <a:accent1>
        <a:srgbClr val="4D19CC"/>
      </a:accent1>
      <a:accent2>
        <a:srgbClr val="C1F26B"/>
      </a:accent2>
      <a:accent3>
        <a:srgbClr val="FFA039"/>
      </a:accent3>
      <a:accent4>
        <a:srgbClr val="EA591F"/>
      </a:accent4>
      <a:accent5>
        <a:srgbClr val="F9D84B"/>
      </a:accent5>
      <a:accent6>
        <a:srgbClr val="00BC7D"/>
      </a:accent6>
      <a:hlink>
        <a:srgbClr val="4D19CC"/>
      </a:hlink>
      <a:folHlink>
        <a:srgbClr val="000000"/>
      </a:folHlink>
    </a:clrScheme>
    <a:fontScheme name="Golos">
      <a:majorFont>
        <a:latin typeface="Golos Text DemiBold"/>
        <a:ea typeface=""/>
        <a:cs typeface=""/>
      </a:majorFont>
      <a:minorFont>
        <a:latin typeface="Golos Tex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1" id="{A615A339-C75B-4587-A9E8-DA5BDFE9C088}" vid="{B02C648B-A09B-4000-B327-CE6C0337626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29581</TotalTime>
  <Words>1491</Words>
  <Application>Microsoft Office PowerPoint</Application>
  <PresentationFormat>Широкоэкранный</PresentationFormat>
  <Paragraphs>238</Paragraphs>
  <Slides>31</Slides>
  <Notes>30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6" baseType="lpstr">
      <vt:lpstr>Arial</vt:lpstr>
      <vt:lpstr>Calibri</vt:lpstr>
      <vt:lpstr>Cambria Math</vt:lpstr>
      <vt:lpstr>Golos Text</vt:lpstr>
      <vt:lpstr>УУНиТ 1</vt:lpstr>
      <vt:lpstr>МАТЕМАТИЧЕСКОЕ И ПРОГРАММНОЕ ОБЕСПЕЧЕНИЕ ДЛЯ ПРОГНОЗИРОВАНИЯ СВОЙСТВ МЕДИЦИНСКИХ КОМПОЗИЦИОННЫХ МАТЕРИАЛОВ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МАТЕМАТИЧЕСКОЕ И ПРОГРАММНОЕ ОБЕСПЕЧЕНИЕ СИСТЕМЫ УПРАВЛЕНИЯ ЗАПАСАМИ НА СКЛАДЕ</dc:title>
  <dc:creator>ilinagabbasova1@gmail.com</dc:creator>
  <cp:lastModifiedBy>Maxim Sharigin</cp:lastModifiedBy>
  <cp:revision>68</cp:revision>
  <cp:lastPrinted>2025-06-24T18:47:47Z</cp:lastPrinted>
  <dcterms:created xsi:type="dcterms:W3CDTF">2025-06-06T07:12:10Z</dcterms:created>
  <dcterms:modified xsi:type="dcterms:W3CDTF">2026-05-26T22:48:35Z</dcterms:modified>
</cp:coreProperties>
</file>
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  <p:sldId id="376" r:id="rId22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131" autoAdjust="0"/>
  </p:normalViewPr>
  <p:slideViewPr>
    <p:cSldViewPr snapToGrid="0">
      <p:cViewPr varScale="1">
        <p:scale>
          <a:sx n="102" d="100"/>
          <a:sy n="102" d="100"/>
        </p:scale>
        <p:origin x="95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ранее не использованная для данной темы выборка из 220 образцов, позволяющая обучать и сравнивать модели машинного обучения.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композитов;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808876"/>
              </p:ext>
            </p:extLst>
          </p:nvPr>
        </p:nvGraphicFramePr>
        <p:xfrm>
          <a:off x="295276" y="1140644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999087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69006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412825"/>
              </p:ext>
            </p:extLst>
          </p:nvPr>
        </p:nvGraphicFramePr>
        <p:xfrm>
          <a:off x="295274" y="1164485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Скрость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среднеквадратическая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t="-627" r="-9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366" y="0"/>
            <a:ext cx="4390846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6" y="0"/>
            <a:ext cx="5814994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>
                <a:solidFill>
                  <a:srgbClr val="000000"/>
                </a:solidFill>
              </a:rPr>
              <a:t>».</a:t>
            </a:r>
            <a:endParaRPr lang="ru-RU" dirty="0">
              <a:solidFill>
                <a:srgbClr val="000000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48849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2D15407-D80B-59C4-AFB1-1ED5ECD50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4" y="933721"/>
            <a:ext cx="11601451" cy="518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ED1156A7-13D4-26B1-5F4C-3D12087028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Типа картинка и красивый слайд)))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D92CA9-8AD0-172F-9C6B-0915C0430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46F9A4-35A1-FF8D-92A0-5E5633AE2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05855960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30144</TotalTime>
  <Words>1232</Words>
  <Application>Microsoft Office PowerPoint</Application>
  <PresentationFormat>Широкоэкранный</PresentationFormat>
  <Paragraphs>185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98</cp:revision>
  <cp:lastPrinted>2025-06-24T18:47:47Z</cp:lastPrinted>
  <dcterms:created xsi:type="dcterms:W3CDTF">2025-06-06T07:12:10Z</dcterms:created>
  <dcterms:modified xsi:type="dcterms:W3CDTF">2026-06-15T07:35:07Z</dcterms:modified>
</cp:coreProperties>
</file>